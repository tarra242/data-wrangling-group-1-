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embeddedFontLst>
    <p:embeddedFont>
      <p:font typeface="Play"/>
      <p:regular r:id="rId16"/>
      <p:bold r:id="rId17"/>
    </p:embeddedFont>
    <p:embeddedFont>
      <p:font typeface="Open Sans Light"/>
      <p:regular r:id="rId18"/>
      <p:bold r:id="rId19"/>
      <p:italic r:id="rId20"/>
      <p:boldItalic r:id="rId21"/>
    </p:embeddedFont>
    <p:embeddedFont>
      <p:font typeface="Open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Light-italic.fntdata"/><Relationship Id="rId22" Type="http://schemas.openxmlformats.org/officeDocument/2006/relationships/font" Target="fonts/OpenSans-regular.fntdata"/><Relationship Id="rId21" Type="http://schemas.openxmlformats.org/officeDocument/2006/relationships/font" Target="fonts/OpenSansLight-boldItalic.fntdata"/><Relationship Id="rId24" Type="http://schemas.openxmlformats.org/officeDocument/2006/relationships/font" Target="fonts/OpenSans-italic.fntdata"/><Relationship Id="rId23"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Open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lay-bold.fntdata"/><Relationship Id="rId16" Type="http://schemas.openxmlformats.org/officeDocument/2006/relationships/font" Target="fonts/Play-regular.fntdata"/><Relationship Id="rId19" Type="http://schemas.openxmlformats.org/officeDocument/2006/relationships/font" Target="fonts/OpenSansLight-bold.fntdata"/><Relationship Id="rId18" Type="http://schemas.openxmlformats.org/officeDocument/2006/relationships/font" Target="fonts/OpenSans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Tara </a:t>
            </a:r>
            <a:endParaRPr/>
          </a:p>
        </p:txBody>
      </p:sp>
      <p:sp>
        <p:nvSpPr>
          <p:cNvPr id="93" name="Google Shape;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Ammon </a:t>
            </a:r>
            <a:endParaRPr/>
          </a:p>
          <a:p>
            <a:pPr indent="0" lvl="0" marL="0" rtl="0" algn="l">
              <a:spcBef>
                <a:spcPts val="0"/>
              </a:spcBef>
              <a:spcAft>
                <a:spcPts val="0"/>
              </a:spcAft>
              <a:buNone/>
            </a:pPr>
            <a:r>
              <a:rPr lang="en-US"/>
              <a:t>Alright, so to answer our research question, we worked with the UCI Arrhythmia dataset.</a:t>
            </a:r>
            <a:endParaRPr/>
          </a:p>
          <a:p>
            <a:pPr indent="0" lvl="0" marL="0" rtl="0" algn="l">
              <a:spcBef>
                <a:spcPts val="0"/>
              </a:spcBef>
              <a:spcAft>
                <a:spcPts val="0"/>
              </a:spcAft>
              <a:buNone/>
            </a:pPr>
            <a:r>
              <a:rPr lang="en-US"/>
              <a:t>This dataset includes 452 patients, each with a really high number of features—279 ECG measurements—which capture different aspects of cardiac electrical activity.</a:t>
            </a:r>
            <a:endParaRPr/>
          </a:p>
          <a:p>
            <a:pPr indent="0" lvl="0" marL="0" rtl="0" algn="l">
              <a:spcBef>
                <a:spcPts val="0"/>
              </a:spcBef>
              <a:spcAft>
                <a:spcPts val="0"/>
              </a:spcAft>
              <a:buNone/>
            </a:pPr>
            <a:r>
              <a:rPr lang="en-US"/>
              <a:t>It also includes 16 diagnostic classes, ranging from normal heart rhythms to various arrhythmia types.</a:t>
            </a:r>
            <a:endParaRPr/>
          </a:p>
          <a:p>
            <a:pPr indent="0" lvl="0" marL="0" rtl="0" algn="l">
              <a:spcBef>
                <a:spcPts val="0"/>
              </a:spcBef>
              <a:spcAft>
                <a:spcPts val="0"/>
              </a:spcAft>
              <a:buNone/>
            </a:pPr>
            <a:r>
              <a:rPr lang="en-US"/>
              <a:t>In addition to ECG data, we also have basic demographic information like age and sex, which helps provide some clinical context.</a:t>
            </a:r>
            <a:endParaRPr/>
          </a:p>
          <a:p>
            <a:pPr indent="0" lvl="0" marL="0" rtl="0" algn="l">
              <a:spcBef>
                <a:spcPts val="0"/>
              </a:spcBef>
              <a:spcAft>
                <a:spcPts val="0"/>
              </a:spcAft>
              <a:buNone/>
            </a:pPr>
            <a:r>
              <a:rPr lang="en-US"/>
              <a:t>Overall, this is a high-dimensional and complex dataset, which makes it great for analysis—but also introduces challenges that we had to address during preprocessing.”</a:t>
            </a:r>
            <a:endParaRPr/>
          </a:p>
          <a:p>
            <a:pPr indent="0" lvl="0" marL="0" rtl="0" algn="l">
              <a:spcBef>
                <a:spcPts val="0"/>
              </a:spcBef>
              <a:spcAft>
                <a:spcPts val="0"/>
              </a:spcAft>
              <a:buNone/>
            </a:pPr>
            <a:r>
              <a:t/>
            </a:r>
            <a:endParaRPr/>
          </a:p>
        </p:txBody>
      </p:sp>
      <p:sp>
        <p:nvSpPr>
          <p:cNvPr id="103" name="Google Shape;10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7655d1309_9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Ammon </a:t>
            </a:r>
            <a:endParaRPr/>
          </a:p>
        </p:txBody>
      </p:sp>
      <p:sp>
        <p:nvSpPr>
          <p:cNvPr id="113" name="Google Shape;113;g3d7655d1309_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Ammon </a:t>
            </a:r>
            <a:endParaRPr/>
          </a:p>
          <a:p>
            <a:pPr indent="0" lvl="0" marL="0" rtl="0" algn="l">
              <a:spcBef>
                <a:spcPts val="0"/>
              </a:spcBef>
              <a:spcAft>
                <a:spcPts val="0"/>
              </a:spcAft>
              <a:buNone/>
            </a:pPr>
            <a:r>
              <a:rPr lang="en-US"/>
              <a:t>“So now that we’ve looked at the dataset, our main objective was to understand whether ECG-derived features can actually help identify arrhythmia.</a:t>
            </a:r>
            <a:endParaRPr/>
          </a:p>
          <a:p>
            <a:pPr indent="0" lvl="0" marL="0" rtl="0" algn="l">
              <a:spcBef>
                <a:spcPts val="0"/>
              </a:spcBef>
              <a:spcAft>
                <a:spcPts val="0"/>
              </a:spcAft>
              <a:buNone/>
            </a:pPr>
            <a:r>
              <a:rPr lang="en-US"/>
              <a:t>First, we focused on analyzing these ECG features to detect whether an arrhythmia is present at all.</a:t>
            </a:r>
            <a:endParaRPr/>
          </a:p>
          <a:p>
            <a:pPr indent="0" lvl="0" marL="0" rtl="0" algn="l">
              <a:spcBef>
                <a:spcPts val="0"/>
              </a:spcBef>
              <a:spcAft>
                <a:spcPts val="0"/>
              </a:spcAft>
              <a:buNone/>
            </a:pPr>
            <a:r>
              <a:rPr lang="en-US"/>
              <a:t>From there, we explored whether patterns exist across different arrhythmia subtypes, since not all arrhythmias present the same way.</a:t>
            </a:r>
            <a:endParaRPr/>
          </a:p>
          <a:p>
            <a:pPr indent="0" lvl="0" marL="0" rtl="0" algn="l">
              <a:spcBef>
                <a:spcPts val="0"/>
              </a:spcBef>
              <a:spcAft>
                <a:spcPts val="0"/>
              </a:spcAft>
              <a:buNone/>
            </a:pPr>
            <a:r>
              <a:rPr lang="en-US"/>
              <a:t>We also wanted to determine if these features could clearly distinguish between normal heart rhythms and abnormal ones.</a:t>
            </a:r>
            <a:endParaRPr/>
          </a:p>
          <a:p>
            <a:pPr indent="0" lvl="0" marL="0" rtl="0" algn="l">
              <a:spcBef>
                <a:spcPts val="0"/>
              </a:spcBef>
              <a:spcAft>
                <a:spcPts val="0"/>
              </a:spcAft>
              <a:buNone/>
            </a:pPr>
            <a:r>
              <a:rPr lang="en-US"/>
              <a:t>And finally, we evaluated whether the dataset was strong enough to support predictive modeling—essentially asking, can we use this data to reliably classify patients?”</a:t>
            </a:r>
            <a:endParaRPr/>
          </a:p>
          <a:p>
            <a:pPr indent="0" lvl="0" marL="0" rtl="0" algn="l">
              <a:spcBef>
                <a:spcPts val="0"/>
              </a:spcBef>
              <a:spcAft>
                <a:spcPts val="0"/>
              </a:spcAft>
              <a:buNone/>
            </a:pPr>
            <a:r>
              <a:rPr b="1" lang="en-US"/>
              <a:t>🔥 Clean closing line:</a:t>
            </a:r>
            <a:endParaRPr/>
          </a:p>
          <a:p>
            <a:pPr indent="0" lvl="0" marL="0" rtl="0" algn="l">
              <a:spcBef>
                <a:spcPts val="0"/>
              </a:spcBef>
              <a:spcAft>
                <a:spcPts val="0"/>
              </a:spcAft>
              <a:buNone/>
            </a:pPr>
            <a:r>
              <a:rPr lang="en-US"/>
              <a:t>“So overall, the goal was not just to explore the data, but to see if it could actually support meaningful, real-world prediction.”</a:t>
            </a:r>
            <a:endParaRPr/>
          </a:p>
        </p:txBody>
      </p:sp>
      <p:sp>
        <p:nvSpPr>
          <p:cNvPr id="124" name="Google Shape;12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Tara </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US"/>
              <a:t>“Before doing any analysis, we needed to make sure the dataset was actually reliable to work with.</a:t>
            </a:r>
            <a:endParaRPr/>
          </a:p>
          <a:p>
            <a:pPr indent="0" lvl="0" marL="0" rtl="0" algn="l">
              <a:spcBef>
                <a:spcPts val="0"/>
              </a:spcBef>
              <a:spcAft>
                <a:spcPts val="0"/>
              </a:spcAft>
              <a:buNone/>
            </a:pPr>
            <a:r>
              <a:rPr lang="en-US"/>
              <a:t>To do that, we used a data quality framework from Weiskopf and Weng, which breaks data quality down into a few key dimensions.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we looked at </a:t>
            </a:r>
            <a:r>
              <a:rPr b="1" lang="en-US"/>
              <a:t>completeness</a:t>
            </a:r>
            <a:r>
              <a:rPr lang="en-US"/>
              <a:t>, which means identifying missing data and understanding how much of it we’re dealing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Next, we assessed </a:t>
            </a:r>
            <a:r>
              <a:rPr b="1" lang="en-US"/>
              <a:t>plausibility</a:t>
            </a:r>
            <a:r>
              <a:rPr lang="en-US"/>
              <a:t>, making sure the ECG values actually make sense clinically and fall within realistic ranges.</a:t>
            </a:r>
            <a:br>
              <a:rPr lang="en-US"/>
            </a:br>
            <a:endParaRPr/>
          </a:p>
          <a:p>
            <a:pPr indent="0" lvl="0" marL="0" rtl="0" algn="l">
              <a:spcBef>
                <a:spcPts val="0"/>
              </a:spcBef>
              <a:spcAft>
                <a:spcPts val="0"/>
              </a:spcAft>
              <a:buNone/>
            </a:pPr>
            <a:r>
              <a:rPr lang="en-US"/>
              <a:t>We also looked at </a:t>
            </a:r>
            <a:r>
              <a:rPr b="1" lang="en-US"/>
              <a:t>concordance</a:t>
            </a:r>
            <a:r>
              <a:rPr lang="en-US"/>
              <a:t>, which is basically checking that variables align properly with each other—so nothing is contradicting or mismatched.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finally, we evaluated </a:t>
            </a:r>
            <a:r>
              <a:rPr b="1" lang="en-US"/>
              <a:t>currency</a:t>
            </a:r>
            <a:r>
              <a:rPr lang="en-US"/>
              <a:t>, meaning the dataset is structured consistently and organized in a way that supports analysis.</a:t>
            </a:r>
            <a:endParaRPr/>
          </a:p>
          <a:p>
            <a:pPr indent="0" lvl="0" marL="0" rtl="0" algn="l">
              <a:spcBef>
                <a:spcPts val="0"/>
              </a:spcBef>
              <a:spcAft>
                <a:spcPts val="0"/>
              </a:spcAft>
              <a:buNone/>
            </a:pPr>
            <a:r>
              <a:rPr lang="en-US"/>
              <a:t>Together, these steps helped us determine whether the data was solid enough to move forward with modeling.”</a:t>
            </a:r>
            <a:endParaRPr/>
          </a:p>
          <a:p>
            <a:pPr indent="0" lvl="0" marL="0" rtl="0" algn="l">
              <a:spcBef>
                <a:spcPts val="0"/>
              </a:spcBef>
              <a:spcAft>
                <a:spcPts val="0"/>
              </a:spcAft>
              <a:buNone/>
            </a:pPr>
            <a:r>
              <a:t/>
            </a:r>
            <a:endParaRPr/>
          </a:p>
        </p:txBody>
      </p:sp>
      <p:sp>
        <p:nvSpPr>
          <p:cNvPr id="136" name="Google Shape;13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Tara </a:t>
            </a:r>
            <a:endParaRPr/>
          </a:p>
          <a:p>
            <a:pPr indent="0" lvl="0" marL="0" rtl="0" algn="l">
              <a:spcBef>
                <a:spcPts val="0"/>
              </a:spcBef>
              <a:spcAft>
                <a:spcPts val="0"/>
              </a:spcAft>
              <a:buNone/>
            </a:pPr>
            <a:r>
              <a:rPr lang="en-US"/>
              <a:t>“From our data quality assessment, a few key findings stood out.</a:t>
            </a:r>
            <a:endParaRPr/>
          </a:p>
          <a:p>
            <a:pPr indent="0" lvl="0" marL="0" rtl="0" algn="l">
              <a:spcBef>
                <a:spcPts val="0"/>
              </a:spcBef>
              <a:spcAft>
                <a:spcPts val="0"/>
              </a:spcAft>
              <a:buNone/>
            </a:pPr>
            <a:r>
              <a:rPr lang="en-US"/>
              <a:t>First, most variables showed high completeness, meaning the dataset overall had a strong foundation to work with.</a:t>
            </a:r>
            <a:endParaRPr/>
          </a:p>
          <a:p>
            <a:pPr indent="0" lvl="0" marL="0" rtl="0" algn="l">
              <a:spcBef>
                <a:spcPts val="0"/>
              </a:spcBef>
              <a:spcAft>
                <a:spcPts val="0"/>
              </a:spcAft>
              <a:buNone/>
            </a:pPr>
            <a:r>
              <a:rPr lang="en-US"/>
              <a:t>However, some ECG features did have significant missingness, which required us to be more intentional in how we handled those variables during preprocessing.</a:t>
            </a:r>
            <a:endParaRPr/>
          </a:p>
          <a:p>
            <a:pPr indent="0" lvl="0" marL="0" rtl="0" algn="l">
              <a:spcBef>
                <a:spcPts val="0"/>
              </a:spcBef>
              <a:spcAft>
                <a:spcPts val="0"/>
              </a:spcAft>
              <a:buNone/>
            </a:pPr>
            <a:r>
              <a:rPr lang="en-US"/>
              <a:t>We also confirmed that there were no duplicate records, and importantly, the ECG values themselves were physiologically plausible—so nothing looked unrealistic or clinically impossible.</a:t>
            </a:r>
            <a:endParaRPr/>
          </a:p>
          <a:p>
            <a:pPr indent="0" lvl="0" marL="0" rtl="0" algn="l">
              <a:spcBef>
                <a:spcPts val="0"/>
              </a:spcBef>
              <a:spcAft>
                <a:spcPts val="0"/>
              </a:spcAft>
              <a:buNone/>
            </a:pPr>
            <a:r>
              <a:rPr lang="en-US"/>
              <a:t>Overall, the dataset was structurally sound, but it wasn’t analysis-ready. It required significant preprocessing before we could confidently move into modeling.”</a:t>
            </a:r>
            <a:endParaRPr/>
          </a:p>
          <a:p>
            <a:pPr indent="0" lvl="0" marL="0" rtl="0" algn="l">
              <a:spcBef>
                <a:spcPts val="0"/>
              </a:spcBef>
              <a:spcAft>
                <a:spcPts val="0"/>
              </a:spcAft>
              <a:buNone/>
            </a:pPr>
            <a:r>
              <a:rPr b="1" lang="en-US"/>
              <a:t>🔥 Strong closing line </a:t>
            </a:r>
            <a:endParaRPr/>
          </a:p>
          <a:p>
            <a:pPr indent="0" lvl="0" marL="0" rtl="0" algn="l">
              <a:spcBef>
                <a:spcPts val="0"/>
              </a:spcBef>
              <a:spcAft>
                <a:spcPts val="0"/>
              </a:spcAft>
              <a:buNone/>
            </a:pPr>
            <a:r>
              <a:rPr lang="en-US"/>
              <a:t>“And these findings directly guided how we approached data cleaning and feature selection moving forward.”</a:t>
            </a:r>
            <a:endParaRPr/>
          </a:p>
          <a:p>
            <a:pPr indent="0" lvl="0" marL="0" rtl="0" algn="l">
              <a:spcBef>
                <a:spcPts val="0"/>
              </a:spcBef>
              <a:spcAft>
                <a:spcPts val="0"/>
              </a:spcAft>
              <a:buNone/>
            </a:pPr>
            <a:r>
              <a:t/>
            </a:r>
            <a:endParaRPr/>
          </a:p>
        </p:txBody>
      </p:sp>
      <p:sp>
        <p:nvSpPr>
          <p:cNvPr id="148" name="Google Shape;1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7655d1309_9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Tara </a:t>
            </a:r>
            <a:endParaRPr/>
          </a:p>
        </p:txBody>
      </p:sp>
      <p:sp>
        <p:nvSpPr>
          <p:cNvPr id="158" name="Google Shape;158;g3d7655d1309_9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7655d1309_9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Joshua </a:t>
            </a:r>
            <a:endParaRPr/>
          </a:p>
        </p:txBody>
      </p:sp>
      <p:sp>
        <p:nvSpPr>
          <p:cNvPr id="167" name="Google Shape;167;g3d7655d1309_9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Tara </a:t>
            </a:r>
            <a:endParaRPr/>
          </a:p>
          <a:p>
            <a:pPr indent="0" lvl="0" marL="0" rtl="0" algn="l">
              <a:spcBef>
                <a:spcPts val="0"/>
              </a:spcBef>
              <a:spcAft>
                <a:spcPts val="0"/>
              </a:spcAft>
              <a:buNone/>
            </a:pPr>
            <a:r>
              <a:rPr lang="en-US"/>
              <a:t>After preprocessing the data, we moved into modeling to evaluate whether ECG features could actually predict arrhythmia.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started with </a:t>
            </a:r>
            <a:r>
              <a:rPr b="1" lang="en-US"/>
              <a:t>logistic regression</a:t>
            </a:r>
            <a:r>
              <a:rPr lang="en-US"/>
              <a:t> as our baseline model. It’s simple, highly interpretable, and gives us a clear understanding of how features relate to the outcome.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Next, we used a </a:t>
            </a:r>
            <a:r>
              <a:rPr b="1" lang="en-US"/>
              <a:t>decision tree</a:t>
            </a:r>
            <a:r>
              <a:rPr lang="en-US"/>
              <a:t>, which classifies data through a series of rule-based splits. This model is easy to visualize and helps highlight how different features influence classification.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we applied a </a:t>
            </a:r>
            <a:r>
              <a:rPr b="1" lang="en-US"/>
              <a:t>random forest</a:t>
            </a:r>
            <a:r>
              <a:rPr lang="en-US"/>
              <a:t>, which builds on decision trees by combining multiple trees. This helps improve stability and reduces the risk of overfitting, especially with high-dimensional data like ours.</a:t>
            </a:r>
            <a:endParaRPr/>
          </a:p>
          <a:p>
            <a:pPr indent="0" lvl="0" marL="0" rtl="0" algn="l">
              <a:spcBef>
                <a:spcPts val="0"/>
              </a:spcBef>
              <a:spcAft>
                <a:spcPts val="0"/>
              </a:spcAft>
              <a:buNone/>
            </a:pPr>
            <a:r>
              <a:rPr lang="en-US"/>
              <a:t>Together, these three models allowed us to compare performance across both simple and more complex approaches.”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approach helped us evaluate not just accuracy, but also interpretability and model complexity.  -- simple comparison to see how it all works </a:t>
            </a:r>
            <a:endParaRPr/>
          </a:p>
          <a:p>
            <a:pPr indent="0" lvl="0" marL="0" rtl="0" algn="l">
              <a:spcBef>
                <a:spcPts val="0"/>
              </a:spcBef>
              <a:spcAft>
                <a:spcPts val="0"/>
              </a:spcAft>
              <a:buNone/>
            </a:pPr>
            <a:r>
              <a:t/>
            </a:r>
            <a:endParaRPr/>
          </a:p>
        </p:txBody>
      </p:sp>
      <p:sp>
        <p:nvSpPr>
          <p:cNvPr id="181" name="Google Shape;18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Tara </a:t>
            </a:r>
            <a:endParaRPr/>
          </a:p>
          <a:p>
            <a:pPr indent="0" lvl="0" marL="0" rtl="0" algn="l">
              <a:spcBef>
                <a:spcPts val="0"/>
              </a:spcBef>
              <a:spcAft>
                <a:spcPts val="0"/>
              </a:spcAft>
              <a:buNone/>
            </a:pPr>
            <a:r>
              <a:rPr lang="en-US"/>
              <a:t>“Here we’re comparing the performance of our three models.</a:t>
            </a:r>
            <a:endParaRPr/>
          </a:p>
          <a:p>
            <a:pPr indent="0" lvl="0" marL="0" rtl="0" algn="l">
              <a:spcBef>
                <a:spcPts val="0"/>
              </a:spcBef>
              <a:spcAft>
                <a:spcPts val="0"/>
              </a:spcAft>
              <a:buNone/>
            </a:pPr>
            <a:r>
              <a:rPr lang="en-US"/>
              <a:t>Starting with </a:t>
            </a:r>
            <a:r>
              <a:rPr b="1" lang="en-US"/>
              <a:t>logistic regression</a:t>
            </a:r>
            <a:r>
              <a:rPr lang="en-US"/>
              <a:t>, this model achieved the highest accuracy at about 94.5%, with fewer misclassifications overall. This suggests that the relationship between ECG features and arrhythmia can actually be captured pretty effectively with a simpler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a:t>
            </a:r>
            <a:r>
              <a:rPr b="1" lang="en-US"/>
              <a:t>decision tree</a:t>
            </a:r>
            <a:r>
              <a:rPr lang="en-US"/>
              <a:t> performed lower, with an accuracy around 74.7%. While it’s highly interpretable and useful for visualizing feature relationships, it likely oversimplified the complexity of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a:t>
            </a:r>
            <a:r>
              <a:rPr b="1" lang="en-US"/>
              <a:t>random forest</a:t>
            </a:r>
            <a:r>
              <a:rPr lang="en-US"/>
              <a:t> improved on that, reaching about 81.3% accuracy. By combining multiple trees, it reduced overfitting and gave more balanced performance—but still didn’t outperform logistic regression.</a:t>
            </a:r>
            <a:endParaRPr/>
          </a:p>
          <a:p>
            <a:pPr indent="0" lvl="0" marL="0" rtl="0" algn="l">
              <a:spcBef>
                <a:spcPts val="0"/>
              </a:spcBef>
              <a:spcAft>
                <a:spcPts val="0"/>
              </a:spcAft>
              <a:buNone/>
            </a:pPr>
            <a:r>
              <a:rPr lang="en-US"/>
              <a:t>So overall, logistic regression ended up being the most reliable model for this dataset.”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was a bit unexpected, but it highlights that simpler, more interpretable models can sometimes outperform more complex ones—especially when the data is well-preprocessed.”</a:t>
            </a:r>
            <a:endParaRPr/>
          </a:p>
          <a:p>
            <a:pPr indent="0" lvl="0" marL="0" rtl="0" algn="l">
              <a:spcBef>
                <a:spcPts val="0"/>
              </a:spcBef>
              <a:spcAft>
                <a:spcPts val="0"/>
              </a:spcAft>
              <a:buNone/>
            </a:pPr>
            <a:r>
              <a:t/>
            </a:r>
            <a:endParaRPr/>
          </a:p>
        </p:txBody>
      </p:sp>
      <p:sp>
        <p:nvSpPr>
          <p:cNvPr id="193" name="Google Shape;19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7655d1309_9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d7655d1309_9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Queren </a:t>
            </a:r>
            <a:endParaRPr/>
          </a:p>
        </p:txBody>
      </p:sp>
      <p:sp>
        <p:nvSpPr>
          <p:cNvPr id="215" name="Google Shape;215;g3d7655d1309_9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2"/>
          <p:cNvSpPr txBox="1"/>
          <p:nvPr>
            <p:ph type="ctrTitle"/>
          </p:nvPr>
        </p:nvSpPr>
        <p:spPr>
          <a:xfrm>
            <a:off x="1524000" y="1122363"/>
            <a:ext cx="9144000" cy="3025308"/>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2"/>
              </a:buClr>
              <a:buSzPts val="6600"/>
              <a:buFont typeface="Play"/>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
          <p:cNvSpPr txBox="1"/>
          <p:nvPr>
            <p:ph idx="1" type="subTitle"/>
          </p:nvPr>
        </p:nvSpPr>
        <p:spPr>
          <a:xfrm>
            <a:off x="1524000" y="4386729"/>
            <a:ext cx="9144000" cy="1135529"/>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Clr>
                <a:schemeClr val="dk2"/>
              </a:buClr>
              <a:buSzPts val="1440"/>
              <a:buNone/>
              <a:defRPr b="1" sz="1800" cap="none"/>
            </a:lvl1pPr>
            <a:lvl2pPr lvl="1" algn="ctr">
              <a:lnSpc>
                <a:spcPct val="100000"/>
              </a:lnSpc>
              <a:spcBef>
                <a:spcPts val="500"/>
              </a:spcBef>
              <a:spcAft>
                <a:spcPts val="0"/>
              </a:spcAft>
              <a:buClr>
                <a:schemeClr val="dk2"/>
              </a:buClr>
              <a:buSzPts val="1600"/>
              <a:buNone/>
              <a:defRPr sz="2000"/>
            </a:lvl2pPr>
            <a:lvl3pPr lvl="2" algn="ctr">
              <a:lnSpc>
                <a:spcPct val="100000"/>
              </a:lnSpc>
              <a:spcBef>
                <a:spcPts val="500"/>
              </a:spcBef>
              <a:spcAft>
                <a:spcPts val="0"/>
              </a:spcAft>
              <a:buClr>
                <a:schemeClr val="dk2"/>
              </a:buClr>
              <a:buSzPts val="1440"/>
              <a:buNone/>
              <a:defRPr sz="1800"/>
            </a:lvl3pPr>
            <a:lvl4pPr lvl="3" algn="ctr">
              <a:lnSpc>
                <a:spcPct val="100000"/>
              </a:lnSpc>
              <a:spcBef>
                <a:spcPts val="500"/>
              </a:spcBef>
              <a:spcAft>
                <a:spcPts val="0"/>
              </a:spcAft>
              <a:buClr>
                <a:schemeClr val="dk2"/>
              </a:buClr>
              <a:buSzPts val="1280"/>
              <a:buNone/>
              <a:defRPr sz="1600"/>
            </a:lvl4pPr>
            <a:lvl5pPr lvl="4" algn="ctr">
              <a:lnSpc>
                <a:spcPct val="100000"/>
              </a:lnSpc>
              <a:spcBef>
                <a:spcPts val="500"/>
              </a:spcBef>
              <a:spcAft>
                <a:spcPts val="0"/>
              </a:spcAft>
              <a:buClr>
                <a:schemeClr val="dk2"/>
              </a:buClr>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2"/>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1143000" y="533401"/>
            <a:ext cx="9906000" cy="13821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 type="body"/>
          </p:nvPr>
        </p:nvSpPr>
        <p:spPr>
          <a:xfrm>
            <a:off x="1143000" y="2009554"/>
            <a:ext cx="9906000" cy="4024424"/>
          </a:xfrm>
          <a:prstGeom prst="rect">
            <a:avLst/>
          </a:prstGeom>
          <a:noFill/>
          <a:ln>
            <a:noFill/>
          </a:ln>
        </p:spPr>
        <p:txBody>
          <a:bodyPr anchorCtr="0" anchor="t" bIns="45700" lIns="91425" spcFirstLastPara="1" rIns="91425" wrap="square" tIns="45700">
            <a:normAutofit/>
          </a:bodyPr>
          <a:lstStyle>
            <a:lvl1pPr indent="-350520" lvl="0" marL="457200" algn="l">
              <a:lnSpc>
                <a:spcPct val="100000"/>
              </a:lnSpc>
              <a:spcBef>
                <a:spcPts val="1000"/>
              </a:spcBef>
              <a:spcAft>
                <a:spcPts val="0"/>
              </a:spcAft>
              <a:buClr>
                <a:schemeClr val="dk2"/>
              </a:buClr>
              <a:buSzPts val="1920"/>
              <a:buChar char="•"/>
              <a:defRPr/>
            </a:lvl1pPr>
            <a:lvl2pPr indent="-330200" lvl="1" marL="914400" algn="l">
              <a:lnSpc>
                <a:spcPct val="100000"/>
              </a:lnSpc>
              <a:spcBef>
                <a:spcPts val="500"/>
              </a:spcBef>
              <a:spcAft>
                <a:spcPts val="0"/>
              </a:spcAft>
              <a:buClr>
                <a:schemeClr val="dk2"/>
              </a:buClr>
              <a:buSzPts val="1600"/>
              <a:buChar char="•"/>
              <a:defRPr/>
            </a:lvl2pPr>
            <a:lvl3pPr indent="-320040" lvl="2" marL="1371600" algn="l">
              <a:lnSpc>
                <a:spcPct val="100000"/>
              </a:lnSpc>
              <a:spcBef>
                <a:spcPts val="500"/>
              </a:spcBef>
              <a:spcAft>
                <a:spcPts val="0"/>
              </a:spcAft>
              <a:buClr>
                <a:schemeClr val="dk2"/>
              </a:buClr>
              <a:buSzPts val="1440"/>
              <a:buChar char="•"/>
              <a:defRPr/>
            </a:lvl3pPr>
            <a:lvl4pPr indent="-309880" lvl="3" marL="1828800" algn="l">
              <a:lnSpc>
                <a:spcPct val="100000"/>
              </a:lnSpc>
              <a:spcBef>
                <a:spcPts val="500"/>
              </a:spcBef>
              <a:spcAft>
                <a:spcPts val="0"/>
              </a:spcAft>
              <a:buClr>
                <a:schemeClr val="dk2"/>
              </a:buClr>
              <a:buSzPts val="1280"/>
              <a:buChar char="•"/>
              <a:defRPr/>
            </a:lvl4pPr>
            <a:lvl5pPr indent="-309880" lvl="4" marL="2286000" algn="l">
              <a:lnSpc>
                <a:spcPct val="100000"/>
              </a:lnSpc>
              <a:spcBef>
                <a:spcPts val="500"/>
              </a:spcBef>
              <a:spcAft>
                <a:spcPts val="0"/>
              </a:spcAft>
              <a:buClr>
                <a:schemeClr val="dk2"/>
              </a:buClr>
              <a:buSzPts val="128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888888"/>
              </a:buClr>
              <a:buSzPts val="1920"/>
              <a:buNone/>
              <a:defRPr sz="2400">
                <a:solidFill>
                  <a:srgbClr val="888888"/>
                </a:solidFill>
              </a:defRPr>
            </a:lvl1pPr>
            <a:lvl2pPr indent="-228600" lvl="1" marL="914400" algn="l">
              <a:lnSpc>
                <a:spcPct val="100000"/>
              </a:lnSpc>
              <a:spcBef>
                <a:spcPts val="500"/>
              </a:spcBef>
              <a:spcAft>
                <a:spcPts val="0"/>
              </a:spcAft>
              <a:buClr>
                <a:srgbClr val="888888"/>
              </a:buClr>
              <a:buSzPts val="1600"/>
              <a:buNone/>
              <a:defRPr sz="2000">
                <a:solidFill>
                  <a:srgbClr val="888888"/>
                </a:solidFill>
              </a:defRPr>
            </a:lvl2pPr>
            <a:lvl3pPr indent="-228600" lvl="2" marL="1371600" algn="l">
              <a:lnSpc>
                <a:spcPct val="100000"/>
              </a:lnSpc>
              <a:spcBef>
                <a:spcPts val="500"/>
              </a:spcBef>
              <a:spcAft>
                <a:spcPts val="0"/>
              </a:spcAft>
              <a:buClr>
                <a:srgbClr val="888888"/>
              </a:buClr>
              <a:buSzPts val="1440"/>
              <a:buNone/>
              <a:defRPr sz="1800">
                <a:solidFill>
                  <a:srgbClr val="888888"/>
                </a:solidFill>
              </a:defRPr>
            </a:lvl3pPr>
            <a:lvl4pPr indent="-228600" lvl="3" marL="1828800" algn="l">
              <a:lnSpc>
                <a:spcPct val="100000"/>
              </a:lnSpc>
              <a:spcBef>
                <a:spcPts val="500"/>
              </a:spcBef>
              <a:spcAft>
                <a:spcPts val="0"/>
              </a:spcAft>
              <a:buClr>
                <a:srgbClr val="888888"/>
              </a:buClr>
              <a:buSzPts val="1280"/>
              <a:buNone/>
              <a:defRPr sz="1600">
                <a:solidFill>
                  <a:srgbClr val="888888"/>
                </a:solidFill>
              </a:defRPr>
            </a:lvl4pPr>
            <a:lvl5pPr indent="-228600" lvl="4" marL="2286000" algn="l">
              <a:lnSpc>
                <a:spcPct val="100000"/>
              </a:lnSpc>
              <a:spcBef>
                <a:spcPts val="500"/>
              </a:spcBef>
              <a:spcAft>
                <a:spcPts val="0"/>
              </a:spcAft>
              <a:buClr>
                <a:srgbClr val="888888"/>
              </a:buClr>
              <a:buSzPts val="128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4"/>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5"/>
          <p:cNvSpPr txBox="1"/>
          <p:nvPr>
            <p:ph type="title"/>
          </p:nvPr>
        </p:nvSpPr>
        <p:spPr>
          <a:xfrm>
            <a:off x="1143000" y="533401"/>
            <a:ext cx="9906000" cy="13821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
          <p:cNvSpPr txBox="1"/>
          <p:nvPr>
            <p:ph idx="1" type="body"/>
          </p:nvPr>
        </p:nvSpPr>
        <p:spPr>
          <a:xfrm>
            <a:off x="838200" y="1924493"/>
            <a:ext cx="5181600" cy="425247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5"/>
          <p:cNvSpPr txBox="1"/>
          <p:nvPr>
            <p:ph idx="2" type="body"/>
          </p:nvPr>
        </p:nvSpPr>
        <p:spPr>
          <a:xfrm>
            <a:off x="6172200" y="1924493"/>
            <a:ext cx="5181600" cy="425247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6"/>
          <p:cNvSpPr txBox="1"/>
          <p:nvPr>
            <p:ph idx="1" type="body"/>
          </p:nvPr>
        </p:nvSpPr>
        <p:spPr>
          <a:xfrm>
            <a:off x="839788" y="1734325"/>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1600"/>
              <a:buNone/>
              <a:defRPr b="1" sz="2000" cap="none"/>
            </a:lvl1pPr>
            <a:lvl2pPr indent="-228600" lvl="1" marL="914400" algn="l">
              <a:lnSpc>
                <a:spcPct val="100000"/>
              </a:lnSpc>
              <a:spcBef>
                <a:spcPts val="500"/>
              </a:spcBef>
              <a:spcAft>
                <a:spcPts val="0"/>
              </a:spcAft>
              <a:buClr>
                <a:schemeClr val="dk2"/>
              </a:buClr>
              <a:buSzPts val="1600"/>
              <a:buNone/>
              <a:defRPr b="1" sz="2000"/>
            </a:lvl2pPr>
            <a:lvl3pPr indent="-228600" lvl="2" marL="1371600" algn="l">
              <a:lnSpc>
                <a:spcPct val="100000"/>
              </a:lnSpc>
              <a:spcBef>
                <a:spcPts val="500"/>
              </a:spcBef>
              <a:spcAft>
                <a:spcPts val="0"/>
              </a:spcAft>
              <a:buClr>
                <a:schemeClr val="dk2"/>
              </a:buClr>
              <a:buSzPts val="1440"/>
              <a:buNone/>
              <a:defRPr b="1" sz="1800"/>
            </a:lvl3pPr>
            <a:lvl4pPr indent="-228600" lvl="3" marL="1828800" algn="l">
              <a:lnSpc>
                <a:spcPct val="100000"/>
              </a:lnSpc>
              <a:spcBef>
                <a:spcPts val="500"/>
              </a:spcBef>
              <a:spcAft>
                <a:spcPts val="0"/>
              </a:spcAft>
              <a:buClr>
                <a:schemeClr val="dk2"/>
              </a:buClr>
              <a:buSzPts val="1280"/>
              <a:buNone/>
              <a:defRPr b="1" sz="1600"/>
            </a:lvl4pPr>
            <a:lvl5pPr indent="-228600" lvl="4" marL="2286000" algn="l">
              <a:lnSpc>
                <a:spcPct val="100000"/>
              </a:lnSpc>
              <a:spcBef>
                <a:spcPts val="500"/>
              </a:spcBef>
              <a:spcAft>
                <a:spcPts val="0"/>
              </a:spcAft>
              <a:buClr>
                <a:schemeClr val="dk2"/>
              </a:buClr>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6"/>
          <p:cNvSpPr txBox="1"/>
          <p:nvPr>
            <p:ph idx="2" type="body"/>
          </p:nvPr>
        </p:nvSpPr>
        <p:spPr>
          <a:xfrm>
            <a:off x="839788" y="2558237"/>
            <a:ext cx="5157787" cy="368458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6"/>
          <p:cNvSpPr txBox="1"/>
          <p:nvPr>
            <p:ph idx="3" type="body"/>
          </p:nvPr>
        </p:nvSpPr>
        <p:spPr>
          <a:xfrm>
            <a:off x="6172200" y="1734325"/>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1600"/>
              <a:buNone/>
              <a:defRPr b="1" sz="2000" cap="none"/>
            </a:lvl1pPr>
            <a:lvl2pPr indent="-228600" lvl="1" marL="914400" algn="l">
              <a:lnSpc>
                <a:spcPct val="100000"/>
              </a:lnSpc>
              <a:spcBef>
                <a:spcPts val="500"/>
              </a:spcBef>
              <a:spcAft>
                <a:spcPts val="0"/>
              </a:spcAft>
              <a:buClr>
                <a:schemeClr val="dk2"/>
              </a:buClr>
              <a:buSzPts val="1600"/>
              <a:buNone/>
              <a:defRPr b="1" sz="2000"/>
            </a:lvl2pPr>
            <a:lvl3pPr indent="-228600" lvl="2" marL="1371600" algn="l">
              <a:lnSpc>
                <a:spcPct val="100000"/>
              </a:lnSpc>
              <a:spcBef>
                <a:spcPts val="500"/>
              </a:spcBef>
              <a:spcAft>
                <a:spcPts val="0"/>
              </a:spcAft>
              <a:buClr>
                <a:schemeClr val="dk2"/>
              </a:buClr>
              <a:buSzPts val="1440"/>
              <a:buNone/>
              <a:defRPr b="1" sz="1800"/>
            </a:lvl3pPr>
            <a:lvl4pPr indent="-228600" lvl="3" marL="1828800" algn="l">
              <a:lnSpc>
                <a:spcPct val="100000"/>
              </a:lnSpc>
              <a:spcBef>
                <a:spcPts val="500"/>
              </a:spcBef>
              <a:spcAft>
                <a:spcPts val="0"/>
              </a:spcAft>
              <a:buClr>
                <a:schemeClr val="dk2"/>
              </a:buClr>
              <a:buSzPts val="1280"/>
              <a:buNone/>
              <a:defRPr b="1" sz="1600"/>
            </a:lvl4pPr>
            <a:lvl5pPr indent="-228600" lvl="4" marL="2286000" algn="l">
              <a:lnSpc>
                <a:spcPct val="100000"/>
              </a:lnSpc>
              <a:spcBef>
                <a:spcPts val="500"/>
              </a:spcBef>
              <a:spcAft>
                <a:spcPts val="0"/>
              </a:spcAft>
              <a:buClr>
                <a:schemeClr val="dk2"/>
              </a:buClr>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6"/>
          <p:cNvSpPr txBox="1"/>
          <p:nvPr>
            <p:ph idx="4" type="body"/>
          </p:nvPr>
        </p:nvSpPr>
        <p:spPr>
          <a:xfrm>
            <a:off x="6172200" y="2558237"/>
            <a:ext cx="5183188" cy="368458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6"/>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7"/>
          <p:cNvSpPr txBox="1"/>
          <p:nvPr>
            <p:ph type="title"/>
          </p:nvPr>
        </p:nvSpPr>
        <p:spPr>
          <a:xfrm>
            <a:off x="1143000" y="533401"/>
            <a:ext cx="9906000" cy="13821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7"/>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8"/>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1000"/>
              </a:spcBef>
              <a:spcAft>
                <a:spcPts val="0"/>
              </a:spcAft>
              <a:buClr>
                <a:schemeClr val="dk2"/>
              </a:buClr>
              <a:buSzPts val="2560"/>
              <a:buChar char="•"/>
              <a:defRPr sz="3200"/>
            </a:lvl1pPr>
            <a:lvl2pPr indent="-370840" lvl="1" marL="914400" algn="l">
              <a:lnSpc>
                <a:spcPct val="100000"/>
              </a:lnSpc>
              <a:spcBef>
                <a:spcPts val="500"/>
              </a:spcBef>
              <a:spcAft>
                <a:spcPts val="0"/>
              </a:spcAft>
              <a:buClr>
                <a:schemeClr val="dk2"/>
              </a:buClr>
              <a:buSzPts val="2240"/>
              <a:buChar char="•"/>
              <a:defRPr sz="2800"/>
            </a:lvl2pPr>
            <a:lvl3pPr indent="-350520" lvl="2" marL="1371600" algn="l">
              <a:lnSpc>
                <a:spcPct val="100000"/>
              </a:lnSpc>
              <a:spcBef>
                <a:spcPts val="500"/>
              </a:spcBef>
              <a:spcAft>
                <a:spcPts val="0"/>
              </a:spcAft>
              <a:buClr>
                <a:schemeClr val="dk2"/>
              </a:buClr>
              <a:buSzPts val="1920"/>
              <a:buChar char="•"/>
              <a:defRPr sz="2400"/>
            </a:lvl3pPr>
            <a:lvl4pPr indent="-330200" lvl="3" marL="1828800" algn="l">
              <a:lnSpc>
                <a:spcPct val="100000"/>
              </a:lnSpc>
              <a:spcBef>
                <a:spcPts val="500"/>
              </a:spcBef>
              <a:spcAft>
                <a:spcPts val="0"/>
              </a:spcAft>
              <a:buClr>
                <a:schemeClr val="dk2"/>
              </a:buClr>
              <a:buSzPts val="1600"/>
              <a:buChar char="•"/>
              <a:defRPr sz="2000"/>
            </a:lvl4pPr>
            <a:lvl5pPr indent="-330200" lvl="4" marL="2286000" algn="l">
              <a:lnSpc>
                <a:spcPct val="100000"/>
              </a:lnSpc>
              <a:spcBef>
                <a:spcPts val="500"/>
              </a:spcBef>
              <a:spcAft>
                <a:spcPts val="0"/>
              </a:spcAft>
              <a:buClr>
                <a:schemeClr val="dk2"/>
              </a:buClr>
              <a:buSzPts val="16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1280"/>
              <a:buNone/>
              <a:defRPr sz="1600"/>
            </a:lvl1pPr>
            <a:lvl2pPr indent="-228600" lvl="1" marL="914400" algn="l">
              <a:lnSpc>
                <a:spcPct val="100000"/>
              </a:lnSpc>
              <a:spcBef>
                <a:spcPts val="500"/>
              </a:spcBef>
              <a:spcAft>
                <a:spcPts val="0"/>
              </a:spcAft>
              <a:buClr>
                <a:schemeClr val="dk2"/>
              </a:buClr>
              <a:buSzPts val="1120"/>
              <a:buNone/>
              <a:defRPr sz="1400"/>
            </a:lvl2pPr>
            <a:lvl3pPr indent="-228600" lvl="2" marL="1371600" algn="l">
              <a:lnSpc>
                <a:spcPct val="100000"/>
              </a:lnSpc>
              <a:spcBef>
                <a:spcPts val="500"/>
              </a:spcBef>
              <a:spcAft>
                <a:spcPts val="0"/>
              </a:spcAft>
              <a:buClr>
                <a:schemeClr val="dk2"/>
              </a:buClr>
              <a:buSzPts val="960"/>
              <a:buNone/>
              <a:defRPr sz="1200"/>
            </a:lvl3pPr>
            <a:lvl4pPr indent="-228600" lvl="3" marL="1828800" algn="l">
              <a:lnSpc>
                <a:spcPct val="100000"/>
              </a:lnSpc>
              <a:spcBef>
                <a:spcPts val="500"/>
              </a:spcBef>
              <a:spcAft>
                <a:spcPts val="0"/>
              </a:spcAft>
              <a:buClr>
                <a:schemeClr val="dk2"/>
              </a:buClr>
              <a:buSzPts val="800"/>
              <a:buNone/>
              <a:defRPr sz="1000"/>
            </a:lvl4pPr>
            <a:lvl5pPr indent="-228600" lvl="4" marL="2286000" algn="l">
              <a:lnSpc>
                <a:spcPct val="100000"/>
              </a:lnSpc>
              <a:spcBef>
                <a:spcPts val="500"/>
              </a:spcBef>
              <a:spcAft>
                <a:spcPts val="0"/>
              </a:spcAft>
              <a:buClr>
                <a:schemeClr val="dk2"/>
              </a:buClr>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9"/>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0"/>
          <p:cNvSpPr/>
          <p:nvPr>
            <p:ph idx="2" type="pic"/>
          </p:nvPr>
        </p:nvSpPr>
        <p:spPr>
          <a:xfrm>
            <a:off x="5183188" y="987425"/>
            <a:ext cx="6172200" cy="4873625"/>
          </a:xfrm>
          <a:prstGeom prst="rect">
            <a:avLst/>
          </a:prstGeom>
          <a:noFill/>
          <a:ln>
            <a:noFill/>
          </a:ln>
        </p:spPr>
      </p:sp>
      <p:sp>
        <p:nvSpPr>
          <p:cNvPr id="75" name="Google Shape;75;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2"/>
              </a:buClr>
              <a:buSzPts val="1280"/>
              <a:buNone/>
              <a:defRPr sz="1600"/>
            </a:lvl1pPr>
            <a:lvl2pPr indent="-228600" lvl="1" marL="914400" algn="l">
              <a:lnSpc>
                <a:spcPct val="100000"/>
              </a:lnSpc>
              <a:spcBef>
                <a:spcPts val="500"/>
              </a:spcBef>
              <a:spcAft>
                <a:spcPts val="0"/>
              </a:spcAft>
              <a:buClr>
                <a:schemeClr val="dk2"/>
              </a:buClr>
              <a:buSzPts val="1120"/>
              <a:buNone/>
              <a:defRPr sz="1400"/>
            </a:lvl2pPr>
            <a:lvl3pPr indent="-228600" lvl="2" marL="1371600" algn="l">
              <a:lnSpc>
                <a:spcPct val="100000"/>
              </a:lnSpc>
              <a:spcBef>
                <a:spcPts val="500"/>
              </a:spcBef>
              <a:spcAft>
                <a:spcPts val="0"/>
              </a:spcAft>
              <a:buClr>
                <a:schemeClr val="dk2"/>
              </a:buClr>
              <a:buSzPts val="960"/>
              <a:buNone/>
              <a:defRPr sz="1200"/>
            </a:lvl3pPr>
            <a:lvl4pPr indent="-228600" lvl="3" marL="1828800" algn="l">
              <a:lnSpc>
                <a:spcPct val="100000"/>
              </a:lnSpc>
              <a:spcBef>
                <a:spcPts val="500"/>
              </a:spcBef>
              <a:spcAft>
                <a:spcPts val="0"/>
              </a:spcAft>
              <a:buClr>
                <a:schemeClr val="dk2"/>
              </a:buClr>
              <a:buSzPts val="800"/>
              <a:buNone/>
              <a:defRPr sz="1000"/>
            </a:lvl4pPr>
            <a:lvl5pPr indent="-228600" lvl="4" marL="2286000" algn="l">
              <a:lnSpc>
                <a:spcPct val="100000"/>
              </a:lnSpc>
              <a:spcBef>
                <a:spcPts val="500"/>
              </a:spcBef>
              <a:spcAft>
                <a:spcPts val="0"/>
              </a:spcAft>
              <a:buClr>
                <a:schemeClr val="dk2"/>
              </a:buClr>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10"/>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11"/>
          <p:cNvSpPr txBox="1"/>
          <p:nvPr>
            <p:ph type="title"/>
          </p:nvPr>
        </p:nvSpPr>
        <p:spPr>
          <a:xfrm>
            <a:off x="1143000" y="533401"/>
            <a:ext cx="9906000" cy="13821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1"/>
          <p:cNvSpPr txBox="1"/>
          <p:nvPr>
            <p:ph idx="1" type="body"/>
          </p:nvPr>
        </p:nvSpPr>
        <p:spPr>
          <a:xfrm rot="5400000">
            <a:off x="4083788" y="-931234"/>
            <a:ext cx="4024424" cy="99060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1"/>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1"/>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chemeClr val="dk2"/>
              </a:buClr>
              <a:buSzPts val="1440"/>
              <a:buChar char="•"/>
              <a:defRPr/>
            </a:lvl1pPr>
            <a:lvl2pPr indent="-320040" lvl="1" marL="914400" algn="l">
              <a:lnSpc>
                <a:spcPct val="100000"/>
              </a:lnSpc>
              <a:spcBef>
                <a:spcPts val="500"/>
              </a:spcBef>
              <a:spcAft>
                <a:spcPts val="0"/>
              </a:spcAft>
              <a:buClr>
                <a:schemeClr val="dk2"/>
              </a:buClr>
              <a:buSzPts val="1440"/>
              <a:buChar char="•"/>
              <a:defRPr/>
            </a:lvl2pPr>
            <a:lvl3pPr indent="-320040" lvl="2" marL="1371600" algn="l">
              <a:lnSpc>
                <a:spcPct val="100000"/>
              </a:lnSpc>
              <a:spcBef>
                <a:spcPts val="500"/>
              </a:spcBef>
              <a:spcAft>
                <a:spcPts val="0"/>
              </a:spcAft>
              <a:buClr>
                <a:schemeClr val="dk2"/>
              </a:buClr>
              <a:buSzPts val="1440"/>
              <a:buChar char="•"/>
              <a:defRPr/>
            </a:lvl3pPr>
            <a:lvl4pPr indent="-320040" lvl="3" marL="1828800" algn="l">
              <a:lnSpc>
                <a:spcPct val="100000"/>
              </a:lnSpc>
              <a:spcBef>
                <a:spcPts val="500"/>
              </a:spcBef>
              <a:spcAft>
                <a:spcPts val="0"/>
              </a:spcAft>
              <a:buClr>
                <a:schemeClr val="dk2"/>
              </a:buClr>
              <a:buSzPts val="1440"/>
              <a:buChar char="•"/>
              <a:defRPr/>
            </a:lvl4pPr>
            <a:lvl5pPr indent="-320040" lvl="4" marL="2286000" algn="l">
              <a:lnSpc>
                <a:spcPct val="100000"/>
              </a:lnSpc>
              <a:spcBef>
                <a:spcPts val="500"/>
              </a:spcBef>
              <a:spcAft>
                <a:spcPts val="0"/>
              </a:spcAft>
              <a:buClr>
                <a:schemeClr val="dk2"/>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2"/>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2"/>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cxnSp>
        <p:nvCxnSpPr>
          <p:cNvPr id="10" name="Google Shape;10;p1"/>
          <p:cNvCxnSpPr/>
          <p:nvPr/>
        </p:nvCxnSpPr>
        <p:spPr>
          <a:xfrm flipH="1">
            <a:off x="0" y="0"/>
            <a:ext cx="3119718" cy="68580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1" name="Google Shape;11;p1"/>
          <p:cNvCxnSpPr/>
          <p:nvPr/>
        </p:nvCxnSpPr>
        <p:spPr>
          <a:xfrm flipH="1">
            <a:off x="0" y="0"/>
            <a:ext cx="903768" cy="6543675"/>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2" name="Google Shape;12;p1"/>
          <p:cNvCxnSpPr/>
          <p:nvPr/>
        </p:nvCxnSpPr>
        <p:spPr>
          <a:xfrm rot="10800000">
            <a:off x="-42863" y="5791200"/>
            <a:ext cx="6286501" cy="1066801"/>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3" name="Google Shape;13;p1"/>
          <p:cNvCxnSpPr/>
          <p:nvPr/>
        </p:nvCxnSpPr>
        <p:spPr>
          <a:xfrm flipH="1">
            <a:off x="8462964" y="5848350"/>
            <a:ext cx="3729036" cy="100965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4" name="Google Shape;14;p1"/>
          <p:cNvCxnSpPr/>
          <p:nvPr/>
        </p:nvCxnSpPr>
        <p:spPr>
          <a:xfrm flipH="1">
            <a:off x="11543158" y="1647825"/>
            <a:ext cx="648842" cy="5210175"/>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5" name="Google Shape;15;p1"/>
          <p:cNvCxnSpPr/>
          <p:nvPr/>
        </p:nvCxnSpPr>
        <p:spPr>
          <a:xfrm rot="10800000">
            <a:off x="10781554" y="0"/>
            <a:ext cx="1410446" cy="425834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6" name="Google Shape;16;p1"/>
          <p:cNvCxnSpPr/>
          <p:nvPr/>
        </p:nvCxnSpPr>
        <p:spPr>
          <a:xfrm rot="10800000">
            <a:off x="6529388" y="-4763"/>
            <a:ext cx="5662612" cy="931975"/>
          </a:xfrm>
          <a:prstGeom prst="straightConnector1">
            <a:avLst/>
          </a:prstGeom>
          <a:noFill/>
          <a:ln cap="flat" cmpd="sng" w="12700">
            <a:solidFill>
              <a:schemeClr val="accent2">
                <a:alpha val="70196"/>
              </a:schemeClr>
            </a:solidFill>
            <a:prstDash val="solid"/>
            <a:miter lim="800000"/>
            <a:headEnd len="sm" w="sm" type="none"/>
            <a:tailEnd len="sm" w="sm" type="none"/>
          </a:ln>
        </p:spPr>
      </p:cxnSp>
      <p:sp>
        <p:nvSpPr>
          <p:cNvPr id="17" name="Google Shape;17;p1"/>
          <p:cNvSpPr txBox="1"/>
          <p:nvPr>
            <p:ph type="title"/>
          </p:nvPr>
        </p:nvSpPr>
        <p:spPr>
          <a:xfrm>
            <a:off x="1143000" y="533401"/>
            <a:ext cx="9906000" cy="138215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Play"/>
              <a:buNone/>
              <a:defRPr b="0" i="1" sz="4400" u="none" cap="none" strike="noStrike">
                <a:solidFill>
                  <a:schemeClr val="dk2"/>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1"/>
          <p:cNvSpPr txBox="1"/>
          <p:nvPr>
            <p:ph idx="1" type="body"/>
          </p:nvPr>
        </p:nvSpPr>
        <p:spPr>
          <a:xfrm>
            <a:off x="1143000" y="2009554"/>
            <a:ext cx="9906000" cy="4024424"/>
          </a:xfrm>
          <a:prstGeom prst="rect">
            <a:avLst/>
          </a:prstGeom>
          <a:noFill/>
          <a:ln>
            <a:noFill/>
          </a:ln>
        </p:spPr>
        <p:txBody>
          <a:bodyPr anchorCtr="0" anchor="t" bIns="45700" lIns="91425" spcFirstLastPara="1" rIns="91425" wrap="square" tIns="45700">
            <a:normAutofit/>
          </a:bodyPr>
          <a:lstStyle>
            <a:lvl1pPr indent="-350520" lvl="0" marL="457200" marR="0" rtl="0" algn="l">
              <a:lnSpc>
                <a:spcPct val="100000"/>
              </a:lnSpc>
              <a:spcBef>
                <a:spcPts val="1000"/>
              </a:spcBef>
              <a:spcAft>
                <a:spcPts val="0"/>
              </a:spcAft>
              <a:buClr>
                <a:schemeClr val="dk2"/>
              </a:buClr>
              <a:buSzPts val="1920"/>
              <a:buFont typeface="Arial"/>
              <a:buChar char="•"/>
              <a:defRPr b="0" i="0" sz="2400" u="none" cap="none" strike="noStrike">
                <a:solidFill>
                  <a:schemeClr val="dk2"/>
                </a:solidFill>
                <a:latin typeface="Open Sans Light"/>
                <a:ea typeface="Open Sans Light"/>
                <a:cs typeface="Open Sans Light"/>
                <a:sym typeface="Open Sans Light"/>
              </a:defRPr>
            </a:lvl1pPr>
            <a:lvl2pPr indent="-330200" lvl="1" marL="914400" marR="0" rtl="0" algn="l">
              <a:lnSpc>
                <a:spcPct val="100000"/>
              </a:lnSpc>
              <a:spcBef>
                <a:spcPts val="500"/>
              </a:spcBef>
              <a:spcAft>
                <a:spcPts val="0"/>
              </a:spcAft>
              <a:buClr>
                <a:schemeClr val="dk2"/>
              </a:buClr>
              <a:buSzPts val="1600"/>
              <a:buFont typeface="Arial"/>
              <a:buChar char="•"/>
              <a:defRPr b="0" i="0" sz="2000" u="none" cap="none" strike="noStrike">
                <a:solidFill>
                  <a:schemeClr val="dk2"/>
                </a:solidFill>
                <a:latin typeface="Open Sans Light"/>
                <a:ea typeface="Open Sans Light"/>
                <a:cs typeface="Open Sans Light"/>
                <a:sym typeface="Open Sans Light"/>
              </a:defRPr>
            </a:lvl2pPr>
            <a:lvl3pPr indent="-320040" lvl="2" marL="1371600" marR="0" rtl="0" algn="l">
              <a:lnSpc>
                <a:spcPct val="100000"/>
              </a:lnSpc>
              <a:spcBef>
                <a:spcPts val="500"/>
              </a:spcBef>
              <a:spcAft>
                <a:spcPts val="0"/>
              </a:spcAft>
              <a:buClr>
                <a:schemeClr val="dk2"/>
              </a:buClr>
              <a:buSzPts val="1440"/>
              <a:buFont typeface="Arial"/>
              <a:buChar char="•"/>
              <a:defRPr b="0" i="0" sz="1800" u="none" cap="none" strike="noStrike">
                <a:solidFill>
                  <a:schemeClr val="dk2"/>
                </a:solidFill>
                <a:latin typeface="Open Sans Light"/>
                <a:ea typeface="Open Sans Light"/>
                <a:cs typeface="Open Sans Light"/>
                <a:sym typeface="Open Sans Light"/>
              </a:defRPr>
            </a:lvl3pPr>
            <a:lvl4pPr indent="-309880" lvl="3" marL="1828800" marR="0" rtl="0" algn="l">
              <a:lnSpc>
                <a:spcPct val="100000"/>
              </a:lnSpc>
              <a:spcBef>
                <a:spcPts val="500"/>
              </a:spcBef>
              <a:spcAft>
                <a:spcPts val="0"/>
              </a:spcAft>
              <a:buClr>
                <a:schemeClr val="dk2"/>
              </a:buClr>
              <a:buSzPts val="1280"/>
              <a:buFont typeface="Arial"/>
              <a:buChar char="•"/>
              <a:defRPr b="0" i="0" sz="1600" u="none" cap="none" strike="noStrike">
                <a:solidFill>
                  <a:schemeClr val="dk2"/>
                </a:solidFill>
                <a:latin typeface="Open Sans Light"/>
                <a:ea typeface="Open Sans Light"/>
                <a:cs typeface="Open Sans Light"/>
                <a:sym typeface="Open Sans Light"/>
              </a:defRPr>
            </a:lvl4pPr>
            <a:lvl5pPr indent="-309880" lvl="4" marL="2286000" marR="0" rtl="0" algn="l">
              <a:lnSpc>
                <a:spcPct val="100000"/>
              </a:lnSpc>
              <a:spcBef>
                <a:spcPts val="500"/>
              </a:spcBef>
              <a:spcAft>
                <a:spcPts val="0"/>
              </a:spcAft>
              <a:buClr>
                <a:schemeClr val="dk2"/>
              </a:buClr>
              <a:buSzPts val="1280"/>
              <a:buFont typeface="Arial"/>
              <a:buChar char="•"/>
              <a:defRPr b="0" i="0" sz="1600" u="none" cap="none" strike="noStrike">
                <a:solidFill>
                  <a:schemeClr val="dk2"/>
                </a:solidFill>
                <a:latin typeface="Open Sans Light"/>
                <a:ea typeface="Open Sans Light"/>
                <a:cs typeface="Open Sans Light"/>
                <a:sym typeface="Open Sans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9pPr>
          </a:lstStyle>
          <a:p/>
        </p:txBody>
      </p:sp>
      <p:sp>
        <p:nvSpPr>
          <p:cNvPr id="19" name="Google Shape;19;p1"/>
          <p:cNvSpPr txBox="1"/>
          <p:nvPr>
            <p:ph idx="10" type="dt"/>
          </p:nvPr>
        </p:nvSpPr>
        <p:spPr>
          <a:xfrm>
            <a:off x="7337102" y="6398878"/>
            <a:ext cx="4193908" cy="365125"/>
          </a:xfrm>
          <a:prstGeom prst="rect">
            <a:avLst/>
          </a:prstGeom>
          <a:noFill/>
          <a:ln>
            <a:noFill/>
          </a:ln>
        </p:spPr>
        <p:txBody>
          <a:bodyPr anchorCtr="0" anchor="ctr" bIns="45700" lIns="91425" spcFirstLastPara="1" rIns="91425" wrap="square" tIns="45700">
            <a:normAutofit/>
          </a:bodyPr>
          <a:lstStyle>
            <a:lvl1pPr lvl="0" marR="0" rtl="0" algn="r">
              <a:spcBef>
                <a:spcPts val="0"/>
              </a:spcBef>
              <a:spcAft>
                <a:spcPts val="0"/>
              </a:spcAft>
              <a:buSzPts val="1400"/>
              <a:buNone/>
              <a:defRPr b="0" i="0" sz="1100" u="none" cap="none" strike="noStrike">
                <a:solidFill>
                  <a:schemeClr val="dk2"/>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2pPr>
            <a:lvl3pPr lvl="2"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3pPr>
            <a:lvl4pPr lvl="3"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4pPr>
            <a:lvl5pPr lvl="4"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5pPr>
            <a:lvl6pPr lvl="5"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6pPr>
            <a:lvl7pPr lvl="6"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7pPr>
            <a:lvl8pPr lvl="7"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8pPr>
            <a:lvl9pPr lvl="8"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9pPr>
          </a:lstStyle>
          <a:p/>
        </p:txBody>
      </p:sp>
      <p:sp>
        <p:nvSpPr>
          <p:cNvPr id="20" name="Google Shape;20;p1"/>
          <p:cNvSpPr txBox="1"/>
          <p:nvPr>
            <p:ph idx="11" type="ftr"/>
          </p:nvPr>
        </p:nvSpPr>
        <p:spPr>
          <a:xfrm>
            <a:off x="154429" y="6398878"/>
            <a:ext cx="4497315" cy="365125"/>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1" i="0" sz="1200" u="none" cap="none" strike="noStrike">
                <a:solidFill>
                  <a:schemeClr val="dk2"/>
                </a:solidFill>
                <a:latin typeface="Play"/>
                <a:ea typeface="Play"/>
                <a:cs typeface="Play"/>
                <a:sym typeface="Play"/>
              </a:defRPr>
            </a:lvl1pPr>
            <a:lvl2pPr lvl="1"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2pPr>
            <a:lvl3pPr lvl="2"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3pPr>
            <a:lvl4pPr lvl="3"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4pPr>
            <a:lvl5pPr lvl="4"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5pPr>
            <a:lvl6pPr lvl="5"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6pPr>
            <a:lvl7pPr lvl="6"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7pPr>
            <a:lvl8pPr lvl="7"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8pPr>
            <a:lvl9pPr lvl="8"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9pPr>
          </a:lstStyle>
          <a:p/>
        </p:txBody>
      </p:sp>
      <p:sp>
        <p:nvSpPr>
          <p:cNvPr id="21" name="Google Shape;21;p1"/>
          <p:cNvSpPr txBox="1"/>
          <p:nvPr>
            <p:ph idx="12" type="sldNum"/>
          </p:nvPr>
        </p:nvSpPr>
        <p:spPr>
          <a:xfrm>
            <a:off x="11602477" y="6398878"/>
            <a:ext cx="470887" cy="365125"/>
          </a:xfrm>
          <a:prstGeom prst="rect">
            <a:avLst/>
          </a:prstGeom>
          <a:noFill/>
          <a:ln>
            <a:noFill/>
          </a:ln>
        </p:spPr>
        <p:txBody>
          <a:bodyPr anchorCtr="0" anchor="ctr" bIns="45700" lIns="91425" spcFirstLastPara="1" rIns="91425" wrap="square" tIns="45700">
            <a:normAutofit/>
          </a:bodyPr>
          <a:lstStyle>
            <a:lvl1pPr indent="0" lvl="0" marL="0" marR="0" rtl="0" algn="r">
              <a:spcBef>
                <a:spcPts val="0"/>
              </a:spcBef>
              <a:buNone/>
              <a:defRPr b="0" i="0" sz="1100" u="none" cap="none" strike="noStrike">
                <a:solidFill>
                  <a:schemeClr val="dk2"/>
                </a:solidFill>
                <a:latin typeface="Open Sans Light"/>
                <a:ea typeface="Open Sans Light"/>
                <a:cs typeface="Open Sans Light"/>
                <a:sym typeface="Open Sans Light"/>
              </a:defRPr>
            </a:lvl1pPr>
            <a:lvl2pPr indent="0" lvl="1" marL="0" marR="0" rtl="0" algn="r">
              <a:spcBef>
                <a:spcPts val="0"/>
              </a:spcBef>
              <a:buNone/>
              <a:defRPr b="0" i="0" sz="1100" u="none" cap="none" strike="noStrike">
                <a:solidFill>
                  <a:schemeClr val="dk2"/>
                </a:solidFill>
                <a:latin typeface="Open Sans Light"/>
                <a:ea typeface="Open Sans Light"/>
                <a:cs typeface="Open Sans Light"/>
                <a:sym typeface="Open Sans Light"/>
              </a:defRPr>
            </a:lvl2pPr>
            <a:lvl3pPr indent="0" lvl="2" marL="0" marR="0" rtl="0" algn="r">
              <a:spcBef>
                <a:spcPts val="0"/>
              </a:spcBef>
              <a:buNone/>
              <a:defRPr b="0" i="0" sz="1100" u="none" cap="none" strike="noStrike">
                <a:solidFill>
                  <a:schemeClr val="dk2"/>
                </a:solidFill>
                <a:latin typeface="Open Sans Light"/>
                <a:ea typeface="Open Sans Light"/>
                <a:cs typeface="Open Sans Light"/>
                <a:sym typeface="Open Sans Light"/>
              </a:defRPr>
            </a:lvl3pPr>
            <a:lvl4pPr indent="0" lvl="3" marL="0" marR="0" rtl="0" algn="r">
              <a:spcBef>
                <a:spcPts val="0"/>
              </a:spcBef>
              <a:buNone/>
              <a:defRPr b="0" i="0" sz="1100" u="none" cap="none" strike="noStrike">
                <a:solidFill>
                  <a:schemeClr val="dk2"/>
                </a:solidFill>
                <a:latin typeface="Open Sans Light"/>
                <a:ea typeface="Open Sans Light"/>
                <a:cs typeface="Open Sans Light"/>
                <a:sym typeface="Open Sans Light"/>
              </a:defRPr>
            </a:lvl4pPr>
            <a:lvl5pPr indent="0" lvl="4" marL="0" marR="0" rtl="0" algn="r">
              <a:spcBef>
                <a:spcPts val="0"/>
              </a:spcBef>
              <a:buNone/>
              <a:defRPr b="0" i="0" sz="1100" u="none" cap="none" strike="noStrike">
                <a:solidFill>
                  <a:schemeClr val="dk2"/>
                </a:solidFill>
                <a:latin typeface="Open Sans Light"/>
                <a:ea typeface="Open Sans Light"/>
                <a:cs typeface="Open Sans Light"/>
                <a:sym typeface="Open Sans Light"/>
              </a:defRPr>
            </a:lvl5pPr>
            <a:lvl6pPr indent="0" lvl="5" marL="0" marR="0" rtl="0" algn="r">
              <a:spcBef>
                <a:spcPts val="0"/>
              </a:spcBef>
              <a:buNone/>
              <a:defRPr b="0" i="0" sz="1100" u="none" cap="none" strike="noStrike">
                <a:solidFill>
                  <a:schemeClr val="dk2"/>
                </a:solidFill>
                <a:latin typeface="Open Sans Light"/>
                <a:ea typeface="Open Sans Light"/>
                <a:cs typeface="Open Sans Light"/>
                <a:sym typeface="Open Sans Light"/>
              </a:defRPr>
            </a:lvl6pPr>
            <a:lvl7pPr indent="0" lvl="6" marL="0" marR="0" rtl="0" algn="r">
              <a:spcBef>
                <a:spcPts val="0"/>
              </a:spcBef>
              <a:buNone/>
              <a:defRPr b="0" i="0" sz="1100" u="none" cap="none" strike="noStrike">
                <a:solidFill>
                  <a:schemeClr val="dk2"/>
                </a:solidFill>
                <a:latin typeface="Open Sans Light"/>
                <a:ea typeface="Open Sans Light"/>
                <a:cs typeface="Open Sans Light"/>
                <a:sym typeface="Open Sans Light"/>
              </a:defRPr>
            </a:lvl7pPr>
            <a:lvl8pPr indent="0" lvl="7" marL="0" marR="0" rtl="0" algn="r">
              <a:spcBef>
                <a:spcPts val="0"/>
              </a:spcBef>
              <a:buNone/>
              <a:defRPr b="0" i="0" sz="1100" u="none" cap="none" strike="noStrike">
                <a:solidFill>
                  <a:schemeClr val="dk2"/>
                </a:solidFill>
                <a:latin typeface="Open Sans Light"/>
                <a:ea typeface="Open Sans Light"/>
                <a:cs typeface="Open Sans Light"/>
                <a:sym typeface="Open Sans Light"/>
              </a:defRPr>
            </a:lvl8pPr>
            <a:lvl9pPr indent="0" lvl="8" marL="0" marR="0" rtl="0" algn="r">
              <a:spcBef>
                <a:spcPts val="0"/>
              </a:spcBef>
              <a:buNone/>
              <a:defRPr b="0" i="0" sz="1100" u="none" cap="none" strike="noStrik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pic>
        <p:nvPicPr>
          <p:cNvPr descr="A colorful cloud in the sky&#10;&#10;Description automatically generated" id="96" name="Google Shape;96;p13"/>
          <p:cNvPicPr preferRelativeResize="0"/>
          <p:nvPr/>
        </p:nvPicPr>
        <p:blipFill rotWithShape="1">
          <a:blip r:embed="rId3">
            <a:alphaModFix/>
          </a:blip>
          <a:srcRect b="0" l="0" r="0" t="20213"/>
          <a:stretch/>
        </p:blipFill>
        <p:spPr>
          <a:xfrm>
            <a:off x="-1154" y="10"/>
            <a:ext cx="12192000" cy="6857990"/>
          </a:xfrm>
          <a:prstGeom prst="rect">
            <a:avLst/>
          </a:prstGeom>
          <a:noFill/>
          <a:ln>
            <a:noFill/>
          </a:ln>
        </p:spPr>
      </p:pic>
      <p:sp>
        <p:nvSpPr>
          <p:cNvPr id="97" name="Google Shape;97;p13"/>
          <p:cNvSpPr/>
          <p:nvPr/>
        </p:nvSpPr>
        <p:spPr>
          <a:xfrm>
            <a:off x="370" y="696037"/>
            <a:ext cx="12188952" cy="5172500"/>
          </a:xfrm>
          <a:prstGeom prst="rect">
            <a:avLst/>
          </a:prstGeom>
          <a:gradFill>
            <a:gsLst>
              <a:gs pos="0">
                <a:srgbClr val="000000">
                  <a:alpha val="0"/>
                </a:srgbClr>
              </a:gs>
              <a:gs pos="42000">
                <a:srgbClr val="000000">
                  <a:alpha val="23137"/>
                </a:srgbClr>
              </a:gs>
              <a:gs pos="71000">
                <a:srgbClr val="000000">
                  <a:alpha val="23921"/>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sp>
        <p:nvSpPr>
          <p:cNvPr id="98" name="Google Shape;98;p13"/>
          <p:cNvSpPr txBox="1"/>
          <p:nvPr>
            <p:ph type="ctrTitle"/>
          </p:nvPr>
        </p:nvSpPr>
        <p:spPr>
          <a:xfrm>
            <a:off x="1413118" y="70748"/>
            <a:ext cx="9144000" cy="261194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2"/>
              </a:buClr>
              <a:buSzPts val="4000"/>
              <a:buFont typeface="Play"/>
              <a:buNone/>
            </a:pPr>
            <a:r>
              <a:rPr i="0" lang="en-US" sz="4000"/>
              <a:t>ECG-BASED INDICATORS OF UNDERLYING CARDIAC DISEASE AND ARRHYTHMIA PRESENCE</a:t>
            </a:r>
            <a:endParaRPr sz="4000">
              <a:solidFill>
                <a:schemeClr val="dk1"/>
              </a:solidFill>
            </a:endParaRPr>
          </a:p>
        </p:txBody>
      </p:sp>
      <p:sp>
        <p:nvSpPr>
          <p:cNvPr id="99" name="Google Shape;99;p13"/>
          <p:cNvSpPr txBox="1"/>
          <p:nvPr>
            <p:ph idx="1" type="subTitle"/>
          </p:nvPr>
        </p:nvSpPr>
        <p:spPr>
          <a:xfrm>
            <a:off x="2551545" y="3711389"/>
            <a:ext cx="7086601" cy="927848"/>
          </a:xfrm>
          <a:prstGeom prst="rect">
            <a:avLst/>
          </a:prstGeom>
          <a:no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Clr>
                <a:schemeClr val="lt2"/>
              </a:buClr>
              <a:buSzPts val="1440"/>
              <a:buNone/>
            </a:pPr>
            <a:r>
              <a:rPr lang="en-US">
                <a:solidFill>
                  <a:schemeClr val="lt2"/>
                </a:solidFill>
              </a:rPr>
              <a:t>TARA ALLRED, KELVIN OPARE, JOSHUA KRAUS, QUEREN ALCANTARA, AMMON PRICE</a:t>
            </a:r>
            <a:endParaRPr/>
          </a:p>
          <a:p>
            <a:pPr indent="0" lvl="0" marL="0" rtl="0" algn="ctr">
              <a:lnSpc>
                <a:spcPct val="120000"/>
              </a:lnSpc>
              <a:spcBef>
                <a:spcPts val="1000"/>
              </a:spcBef>
              <a:spcAft>
                <a:spcPts val="0"/>
              </a:spcAft>
              <a:buClr>
                <a:schemeClr val="dk2"/>
              </a:buClr>
              <a:buSzPts val="1440"/>
              <a:buNone/>
            </a:pPr>
            <a:r>
              <a:t/>
            </a:r>
            <a:endParaRPr>
              <a:solidFill>
                <a:schemeClr val="lt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98"/>
                                        </p:tgtEl>
                                        <p:attrNameLst>
                                          <p:attrName>style.visibility</p:attrName>
                                        </p:attrNameLst>
                                      </p:cBhvr>
                                      <p:to>
                                        <p:strVal val="visible"/>
                                      </p:to>
                                    </p:set>
                                    <p:animEffect filter="fade" transition="in">
                                      <p:cBhvr>
                                        <p:cTn dur="4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1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sp>
        <p:nvSpPr>
          <p:cNvPr id="106" name="Google Shape;106;p14"/>
          <p:cNvSpPr txBox="1"/>
          <p:nvPr>
            <p:ph type="title"/>
          </p:nvPr>
        </p:nvSpPr>
        <p:spPr>
          <a:xfrm>
            <a:off x="5146159" y="685800"/>
            <a:ext cx="6238688" cy="13822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Play"/>
              <a:buNone/>
            </a:pPr>
            <a:r>
              <a:rPr lang="en-US"/>
              <a:t>DATASET OVERVIEW </a:t>
            </a:r>
            <a:endParaRPr>
              <a:solidFill>
                <a:srgbClr val="FF0000"/>
              </a:solidFill>
            </a:endParaRPr>
          </a:p>
        </p:txBody>
      </p:sp>
      <p:pic>
        <p:nvPicPr>
          <p:cNvPr descr="A colorful cloud in the sky&#10;&#10;Description automatically generated" id="107" name="Google Shape;107;p14"/>
          <p:cNvPicPr preferRelativeResize="0"/>
          <p:nvPr/>
        </p:nvPicPr>
        <p:blipFill rotWithShape="1">
          <a:blip r:embed="rId3">
            <a:alphaModFix/>
          </a:blip>
          <a:srcRect b="0" l="21709" r="27358" t="0"/>
          <a:stretch/>
        </p:blipFill>
        <p:spPr>
          <a:xfrm>
            <a:off x="20" y="-7444"/>
            <a:ext cx="4966427" cy="6874330"/>
          </a:xfrm>
          <a:custGeom>
            <a:rect b="b" l="l" r="r" t="t"/>
            <a:pathLst>
              <a:path extrusionOk="0" h="6874330" w="4966447">
                <a:moveTo>
                  <a:pt x="0" y="0"/>
                </a:moveTo>
                <a:lnTo>
                  <a:pt x="4966447" y="0"/>
                </a:lnTo>
                <a:lnTo>
                  <a:pt x="3355712" y="6874330"/>
                </a:lnTo>
                <a:lnTo>
                  <a:pt x="0" y="6874330"/>
                </a:lnTo>
                <a:close/>
              </a:path>
            </a:pathLst>
          </a:custGeom>
          <a:noFill/>
          <a:ln>
            <a:noFill/>
          </a:ln>
        </p:spPr>
      </p:pic>
      <p:sp>
        <p:nvSpPr>
          <p:cNvPr id="108" name="Google Shape;108;p14"/>
          <p:cNvSpPr txBox="1"/>
          <p:nvPr>
            <p:ph idx="1" type="body"/>
          </p:nvPr>
        </p:nvSpPr>
        <p:spPr>
          <a:xfrm>
            <a:off x="5146158" y="2301949"/>
            <a:ext cx="6238687" cy="402265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2"/>
              </a:buClr>
              <a:buSzPts val="1920"/>
              <a:buChar char="•"/>
            </a:pPr>
            <a:r>
              <a:rPr lang="en-US"/>
              <a:t>Source: UCI Arrhythmia Dataset</a:t>
            </a:r>
            <a:endParaRPr/>
          </a:p>
          <a:p>
            <a:pPr indent="-228600" lvl="0" marL="228600" rtl="0" algn="l">
              <a:lnSpc>
                <a:spcPct val="100000"/>
              </a:lnSpc>
              <a:spcBef>
                <a:spcPts val="1000"/>
              </a:spcBef>
              <a:spcAft>
                <a:spcPts val="0"/>
              </a:spcAft>
              <a:buClr>
                <a:schemeClr val="dk2"/>
              </a:buClr>
              <a:buSzPts val="1920"/>
              <a:buChar char="•"/>
            </a:pPr>
            <a:r>
              <a:rPr lang="en-US"/>
              <a:t>452 Patients </a:t>
            </a:r>
            <a:endParaRPr/>
          </a:p>
          <a:p>
            <a:pPr indent="-228600" lvl="0" marL="228600" rtl="0" algn="l">
              <a:lnSpc>
                <a:spcPct val="100000"/>
              </a:lnSpc>
              <a:spcBef>
                <a:spcPts val="1000"/>
              </a:spcBef>
              <a:spcAft>
                <a:spcPts val="0"/>
              </a:spcAft>
              <a:buClr>
                <a:schemeClr val="dk2"/>
              </a:buClr>
              <a:buSzPts val="1920"/>
              <a:buChar char="•"/>
            </a:pPr>
            <a:r>
              <a:rPr lang="en-US"/>
              <a:t>279 ECG features </a:t>
            </a:r>
            <a:endParaRPr/>
          </a:p>
          <a:p>
            <a:pPr indent="-228600" lvl="0" marL="228600" rtl="0" algn="l">
              <a:lnSpc>
                <a:spcPct val="100000"/>
              </a:lnSpc>
              <a:spcBef>
                <a:spcPts val="1000"/>
              </a:spcBef>
              <a:spcAft>
                <a:spcPts val="0"/>
              </a:spcAft>
              <a:buClr>
                <a:schemeClr val="dk2"/>
              </a:buClr>
              <a:buSzPts val="1920"/>
              <a:buChar char="•"/>
            </a:pPr>
            <a:r>
              <a:rPr lang="en-US"/>
              <a:t>16 Diagnostic Classes </a:t>
            </a:r>
            <a:endParaRPr/>
          </a:p>
          <a:p>
            <a:pPr indent="-228600" lvl="0" marL="228600" rtl="0" algn="l">
              <a:lnSpc>
                <a:spcPct val="100000"/>
              </a:lnSpc>
              <a:spcBef>
                <a:spcPts val="1000"/>
              </a:spcBef>
              <a:spcAft>
                <a:spcPts val="0"/>
              </a:spcAft>
              <a:buClr>
                <a:schemeClr val="dk2"/>
              </a:buClr>
              <a:buSzPts val="1920"/>
              <a:buChar char="•"/>
            </a:pPr>
            <a:r>
              <a:rPr lang="en-US"/>
              <a:t>Includes: </a:t>
            </a:r>
            <a:endParaRPr/>
          </a:p>
          <a:p>
            <a:pPr indent="-228600" lvl="1" marL="685800" rtl="0" algn="l">
              <a:lnSpc>
                <a:spcPct val="100000"/>
              </a:lnSpc>
              <a:spcBef>
                <a:spcPts val="500"/>
              </a:spcBef>
              <a:spcAft>
                <a:spcPts val="0"/>
              </a:spcAft>
              <a:buClr>
                <a:schemeClr val="dk2"/>
              </a:buClr>
              <a:buSzPts val="1600"/>
              <a:buChar char="•"/>
            </a:pPr>
            <a:r>
              <a:rPr lang="en-US"/>
              <a:t>Demographics (age, sex)</a:t>
            </a:r>
            <a:endParaRPr/>
          </a:p>
          <a:p>
            <a:pPr indent="-228600" lvl="1" marL="685800" rtl="0" algn="l">
              <a:lnSpc>
                <a:spcPct val="100000"/>
              </a:lnSpc>
              <a:spcBef>
                <a:spcPts val="500"/>
              </a:spcBef>
              <a:spcAft>
                <a:spcPts val="0"/>
              </a:spcAft>
              <a:buClr>
                <a:schemeClr val="dk2"/>
              </a:buClr>
              <a:buSzPts val="1600"/>
              <a:buChar char="•"/>
            </a:pPr>
            <a:r>
              <a:rPr lang="en-US"/>
              <a:t>ECG waveform measurements</a:t>
            </a:r>
            <a:endParaRPr/>
          </a:p>
          <a:p>
            <a:pPr indent="-228600" lvl="0" marL="228600" rtl="0" algn="l">
              <a:lnSpc>
                <a:spcPct val="100000"/>
              </a:lnSpc>
              <a:spcBef>
                <a:spcPts val="1000"/>
              </a:spcBef>
              <a:spcAft>
                <a:spcPts val="0"/>
              </a:spcAft>
              <a:buClr>
                <a:schemeClr val="dk2"/>
              </a:buClr>
              <a:buSzPts val="1920"/>
              <a:buChar char="•"/>
            </a:pPr>
            <a:r>
              <a:rPr lang="en-US"/>
              <a:t>Add visual? </a:t>
            </a:r>
            <a:endParaRPr/>
          </a:p>
          <a:p>
            <a:pPr indent="-127000" lvl="1" marL="685800" rtl="0" algn="l">
              <a:lnSpc>
                <a:spcPct val="100000"/>
              </a:lnSpc>
              <a:spcBef>
                <a:spcPts val="500"/>
              </a:spcBef>
              <a:spcAft>
                <a:spcPts val="0"/>
              </a:spcAft>
              <a:buClr>
                <a:schemeClr val="dk2"/>
              </a:buClr>
              <a:buSzPts val="1600"/>
              <a:buNone/>
            </a:pPr>
            <a:r>
              <a:t/>
            </a:r>
            <a:endParaRPr/>
          </a:p>
        </p:txBody>
      </p:sp>
      <p:cxnSp>
        <p:nvCxnSpPr>
          <p:cNvPr id="109" name="Google Shape;109;p14"/>
          <p:cNvCxnSpPr/>
          <p:nvPr/>
        </p:nvCxnSpPr>
        <p:spPr>
          <a:xfrm flipH="1">
            <a:off x="3627455" y="-19394"/>
            <a:ext cx="806149" cy="6877392"/>
          </a:xfrm>
          <a:prstGeom prst="straightConnector1">
            <a:avLst/>
          </a:prstGeom>
          <a:noFill/>
          <a:ln cap="flat" cmpd="sng" w="12700">
            <a:solidFill>
              <a:schemeClr val="accent2">
                <a:alpha val="70196"/>
              </a:schemeClr>
            </a:solidFill>
            <a:prstDash val="solid"/>
            <a:miter lim="800000"/>
            <a:headEnd len="sm" w="sm" type="none"/>
            <a:tailEnd len="sm" w="sm" type="none"/>
          </a:ln>
        </p:spPr>
      </p:cxnSp>
      <p:sp>
        <p:nvSpPr>
          <p:cNvPr id="110" name="Google Shape;110;p14"/>
          <p:cNvSpPr txBox="1"/>
          <p:nvPr/>
        </p:nvSpPr>
        <p:spPr>
          <a:xfrm>
            <a:off x="2290286" y="5234226"/>
            <a:ext cx="45676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06"/>
                                        </p:tgtEl>
                                        <p:attrNameLst>
                                          <p:attrName>style.visibility</p:attrName>
                                        </p:attrNameLst>
                                      </p:cBhvr>
                                      <p:to>
                                        <p:strVal val="visible"/>
                                      </p:to>
                                    </p:set>
                                    <p:animEffect filter="fade" transition="in">
                                      <p:cBhvr>
                                        <p:cTn dur="4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1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pic>
        <p:nvPicPr>
          <p:cNvPr descr="A colorful cloud in the sky&#10;&#10;Description automatically generated" id="116" name="Google Shape;116;p15"/>
          <p:cNvPicPr preferRelativeResize="0"/>
          <p:nvPr/>
        </p:nvPicPr>
        <p:blipFill rotWithShape="1">
          <a:blip r:embed="rId3">
            <a:alphaModFix/>
          </a:blip>
          <a:srcRect b="0" l="0" r="0" t="20211"/>
          <a:stretch/>
        </p:blipFill>
        <p:spPr>
          <a:xfrm>
            <a:off x="-1154" y="10"/>
            <a:ext cx="12192000" cy="6857991"/>
          </a:xfrm>
          <a:prstGeom prst="rect">
            <a:avLst/>
          </a:prstGeom>
          <a:noFill/>
          <a:ln>
            <a:noFill/>
          </a:ln>
        </p:spPr>
      </p:pic>
      <p:sp>
        <p:nvSpPr>
          <p:cNvPr id="117" name="Google Shape;117;p15"/>
          <p:cNvSpPr/>
          <p:nvPr/>
        </p:nvSpPr>
        <p:spPr>
          <a:xfrm>
            <a:off x="370" y="696037"/>
            <a:ext cx="12189000" cy="5172600"/>
          </a:xfrm>
          <a:prstGeom prst="rect">
            <a:avLst/>
          </a:prstGeom>
          <a:gradFill>
            <a:gsLst>
              <a:gs pos="0">
                <a:srgbClr val="000000">
                  <a:alpha val="0"/>
                </a:srgbClr>
              </a:gs>
              <a:gs pos="42000">
                <a:srgbClr val="000000">
                  <a:alpha val="23137"/>
                </a:srgbClr>
              </a:gs>
              <a:gs pos="71000">
                <a:srgbClr val="000000">
                  <a:alpha val="23921"/>
                </a:srgbClr>
              </a:gs>
              <a:gs pos="100000">
                <a:srgbClr val="000000">
                  <a:alpha val="0"/>
                </a:srgbClr>
              </a:gs>
            </a:gsLst>
            <a:lin ang="54000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sp>
        <p:nvSpPr>
          <p:cNvPr id="118" name="Google Shape;118;p15"/>
          <p:cNvSpPr txBox="1"/>
          <p:nvPr>
            <p:ph type="ctrTitle"/>
          </p:nvPr>
        </p:nvSpPr>
        <p:spPr>
          <a:xfrm>
            <a:off x="1413125" y="70749"/>
            <a:ext cx="9144000" cy="17997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lang="en-US" sz="4400"/>
              <a:t>Dataset Overview Issues</a:t>
            </a:r>
            <a:endParaRPr sz="4400"/>
          </a:p>
          <a:p>
            <a:pPr indent="0" lvl="0" marL="0" rtl="0" algn="ctr">
              <a:lnSpc>
                <a:spcPct val="90000"/>
              </a:lnSpc>
              <a:spcBef>
                <a:spcPts val="0"/>
              </a:spcBef>
              <a:spcAft>
                <a:spcPts val="0"/>
              </a:spcAft>
              <a:buClr>
                <a:schemeClr val="dk2"/>
              </a:buClr>
              <a:buSzPts val="4000"/>
              <a:buFont typeface="Play"/>
              <a:buNone/>
            </a:pPr>
            <a:r>
              <a:t/>
            </a:r>
            <a:endParaRPr sz="4000">
              <a:solidFill>
                <a:schemeClr val="dk1"/>
              </a:solidFill>
            </a:endParaRPr>
          </a:p>
        </p:txBody>
      </p:sp>
      <p:pic>
        <p:nvPicPr>
          <p:cNvPr descr="Figure 1&#10;" id="119" name="Google Shape;119;p15"/>
          <p:cNvPicPr preferRelativeResize="0"/>
          <p:nvPr/>
        </p:nvPicPr>
        <p:blipFill>
          <a:blip r:embed="rId4">
            <a:alphaModFix/>
          </a:blip>
          <a:stretch>
            <a:fillRect/>
          </a:stretch>
        </p:blipFill>
        <p:spPr>
          <a:xfrm>
            <a:off x="121602" y="1827113"/>
            <a:ext cx="5706973" cy="4253575"/>
          </a:xfrm>
          <a:prstGeom prst="rect">
            <a:avLst/>
          </a:prstGeom>
          <a:noFill/>
          <a:ln>
            <a:noFill/>
          </a:ln>
        </p:spPr>
      </p:pic>
      <p:pic>
        <p:nvPicPr>
          <p:cNvPr id="120" name="Google Shape;120;p15"/>
          <p:cNvPicPr preferRelativeResize="0"/>
          <p:nvPr/>
        </p:nvPicPr>
        <p:blipFill>
          <a:blip r:embed="rId5">
            <a:alphaModFix/>
          </a:blip>
          <a:stretch>
            <a:fillRect/>
          </a:stretch>
        </p:blipFill>
        <p:spPr>
          <a:xfrm>
            <a:off x="5901075" y="1809800"/>
            <a:ext cx="6229950" cy="42881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18"/>
                                        </p:tgtEl>
                                        <p:attrNameLst>
                                          <p:attrName>style.visibility</p:attrName>
                                        </p:attrNameLst>
                                      </p:cBhvr>
                                      <p:to>
                                        <p:strVal val="visible"/>
                                      </p:to>
                                    </p:set>
                                    <p:animEffect filter="fade" transition="in">
                                      <p:cBhvr>
                                        <p:cTn dur="4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1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127" name="Google Shape;127;p16"/>
          <p:cNvSpPr txBox="1"/>
          <p:nvPr>
            <p:ph type="title"/>
          </p:nvPr>
        </p:nvSpPr>
        <p:spPr>
          <a:xfrm>
            <a:off x="6096000" y="519111"/>
            <a:ext cx="5435010" cy="170561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2"/>
              </a:buClr>
              <a:buSzPct val="100000"/>
              <a:buFont typeface="Play"/>
              <a:buNone/>
            </a:pPr>
            <a:r>
              <a:rPr lang="en-US"/>
              <a:t>OBJECTIVE: WHAT ARE WE TRYING TO DO </a:t>
            </a:r>
            <a:endParaRPr/>
          </a:p>
        </p:txBody>
      </p:sp>
      <p:sp>
        <p:nvSpPr>
          <p:cNvPr id="128" name="Google Shape;128;p16"/>
          <p:cNvSpPr/>
          <p:nvPr/>
        </p:nvSpPr>
        <p:spPr>
          <a:xfrm rot="10800000">
            <a:off x="0" y="-5979"/>
            <a:ext cx="4906370" cy="6869953"/>
          </a:xfrm>
          <a:custGeom>
            <a:rect b="b" l="l" r="r" t="t"/>
            <a:pathLst>
              <a:path extrusionOk="0" h="6869951" w="6430885">
                <a:moveTo>
                  <a:pt x="1754909" y="0"/>
                </a:moveTo>
                <a:lnTo>
                  <a:pt x="6430885" y="11953"/>
                </a:lnTo>
                <a:lnTo>
                  <a:pt x="6430885" y="6869951"/>
                </a:lnTo>
                <a:lnTo>
                  <a:pt x="0" y="6869951"/>
                </a:lnTo>
                <a:lnTo>
                  <a:pt x="1754909"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129" name="Google Shape;129;p16"/>
          <p:cNvCxnSpPr/>
          <p:nvPr/>
        </p:nvCxnSpPr>
        <p:spPr>
          <a:xfrm flipH="1" rot="10800000">
            <a:off x="2941093" y="-5979"/>
            <a:ext cx="2549950" cy="6863979"/>
          </a:xfrm>
          <a:prstGeom prst="straightConnector1">
            <a:avLst/>
          </a:prstGeom>
          <a:noFill/>
          <a:ln cap="flat" cmpd="sng" w="12700">
            <a:solidFill>
              <a:schemeClr val="accent2">
                <a:alpha val="70196"/>
              </a:schemeClr>
            </a:solidFill>
            <a:prstDash val="solid"/>
            <a:miter lim="800000"/>
            <a:headEnd len="sm" w="sm" type="none"/>
            <a:tailEnd len="sm" w="sm" type="none"/>
          </a:ln>
        </p:spPr>
      </p:cxnSp>
      <p:pic>
        <p:nvPicPr>
          <p:cNvPr descr="A colorful cloud in the sky&#10;&#10;Description automatically generated" id="130" name="Google Shape;130;p16"/>
          <p:cNvPicPr preferRelativeResize="0"/>
          <p:nvPr/>
        </p:nvPicPr>
        <p:blipFill rotWithShape="1">
          <a:blip r:embed="rId3">
            <a:alphaModFix/>
          </a:blip>
          <a:srcRect b="0" l="211" r="5859" t="0"/>
          <a:stretch/>
        </p:blipFill>
        <p:spPr>
          <a:xfrm>
            <a:off x="533399" y="1541645"/>
            <a:ext cx="5029200" cy="3774710"/>
          </a:xfrm>
          <a:prstGeom prst="rect">
            <a:avLst/>
          </a:prstGeom>
          <a:noFill/>
          <a:ln>
            <a:noFill/>
          </a:ln>
        </p:spPr>
      </p:pic>
      <p:sp>
        <p:nvSpPr>
          <p:cNvPr id="131" name="Google Shape;131;p16"/>
          <p:cNvSpPr txBox="1"/>
          <p:nvPr>
            <p:ph idx="1" type="body"/>
          </p:nvPr>
        </p:nvSpPr>
        <p:spPr>
          <a:xfrm>
            <a:off x="5868537" y="2224729"/>
            <a:ext cx="5662474" cy="4099872"/>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2"/>
              </a:buClr>
              <a:buSzPts val="1920"/>
              <a:buFont typeface="Arial"/>
              <a:buChar char="•"/>
            </a:pPr>
            <a:r>
              <a:rPr lang="en-US"/>
              <a:t>Analyze ECG-derived features to identify arrhythmia presence </a:t>
            </a:r>
            <a:endParaRPr/>
          </a:p>
          <a:p>
            <a:pPr indent="-106680" lvl="0" marL="228600" rtl="0" algn="l">
              <a:lnSpc>
                <a:spcPct val="100000"/>
              </a:lnSpc>
              <a:spcBef>
                <a:spcPts val="1000"/>
              </a:spcBef>
              <a:spcAft>
                <a:spcPts val="0"/>
              </a:spcAft>
              <a:buClr>
                <a:schemeClr val="dk2"/>
              </a:buClr>
              <a:buSzPts val="1920"/>
              <a:buFont typeface="Arial"/>
              <a:buNone/>
            </a:pPr>
            <a:r>
              <a:t/>
            </a:r>
            <a:endParaRPr/>
          </a:p>
          <a:p>
            <a:pPr indent="-228600" lvl="0" marL="228600" rtl="0" algn="l">
              <a:lnSpc>
                <a:spcPct val="100000"/>
              </a:lnSpc>
              <a:spcBef>
                <a:spcPts val="1000"/>
              </a:spcBef>
              <a:spcAft>
                <a:spcPts val="0"/>
              </a:spcAft>
              <a:buClr>
                <a:schemeClr val="dk2"/>
              </a:buClr>
              <a:buSzPts val="1920"/>
              <a:buFont typeface="Arial"/>
              <a:buChar char="•"/>
            </a:pPr>
            <a:r>
              <a:rPr lang="en-US"/>
              <a:t>Explore patterns across arrhythmia subtypes</a:t>
            </a:r>
            <a:endParaRPr/>
          </a:p>
          <a:p>
            <a:pPr indent="-106680" lvl="0" marL="228600" rtl="0" algn="l">
              <a:lnSpc>
                <a:spcPct val="100000"/>
              </a:lnSpc>
              <a:spcBef>
                <a:spcPts val="1000"/>
              </a:spcBef>
              <a:spcAft>
                <a:spcPts val="0"/>
              </a:spcAft>
              <a:buClr>
                <a:schemeClr val="dk2"/>
              </a:buClr>
              <a:buSzPts val="1920"/>
              <a:buFont typeface="Arial"/>
              <a:buNone/>
            </a:pPr>
            <a:r>
              <a:t/>
            </a:r>
            <a:endParaRPr/>
          </a:p>
          <a:p>
            <a:pPr indent="-228600" lvl="0" marL="228600" rtl="0" algn="l">
              <a:lnSpc>
                <a:spcPct val="100000"/>
              </a:lnSpc>
              <a:spcBef>
                <a:spcPts val="1000"/>
              </a:spcBef>
              <a:spcAft>
                <a:spcPts val="0"/>
              </a:spcAft>
              <a:buClr>
                <a:schemeClr val="dk2"/>
              </a:buClr>
              <a:buSzPts val="1920"/>
              <a:buFont typeface="Arial"/>
              <a:buChar char="•"/>
            </a:pPr>
            <a:r>
              <a:rPr lang="en-US"/>
              <a:t>Determine if features can distinguish normal rhythm vs arrhythmia </a:t>
            </a:r>
            <a:endParaRPr/>
          </a:p>
          <a:p>
            <a:pPr indent="-106680" lvl="0" marL="228600" rtl="0" algn="l">
              <a:lnSpc>
                <a:spcPct val="100000"/>
              </a:lnSpc>
              <a:spcBef>
                <a:spcPts val="1000"/>
              </a:spcBef>
              <a:spcAft>
                <a:spcPts val="0"/>
              </a:spcAft>
              <a:buClr>
                <a:schemeClr val="dk2"/>
              </a:buClr>
              <a:buSzPts val="1920"/>
              <a:buFont typeface="Arial"/>
              <a:buNone/>
            </a:pPr>
            <a:r>
              <a:t/>
            </a:r>
            <a:endParaRPr/>
          </a:p>
          <a:p>
            <a:pPr indent="-228600" lvl="0" marL="228600" rtl="0" algn="l">
              <a:lnSpc>
                <a:spcPct val="100000"/>
              </a:lnSpc>
              <a:spcBef>
                <a:spcPts val="1000"/>
              </a:spcBef>
              <a:spcAft>
                <a:spcPts val="0"/>
              </a:spcAft>
              <a:buClr>
                <a:schemeClr val="dk2"/>
              </a:buClr>
              <a:buSzPts val="1920"/>
              <a:buChar char="•"/>
            </a:pPr>
            <a:r>
              <a:rPr lang="en-US"/>
              <a:t>Evaluate if data supports predictive modeling</a:t>
            </a:r>
            <a:endParaRPr/>
          </a:p>
        </p:txBody>
      </p:sp>
      <p:sp>
        <p:nvSpPr>
          <p:cNvPr id="132" name="Google Shape;132;p16"/>
          <p:cNvSpPr txBox="1"/>
          <p:nvPr/>
        </p:nvSpPr>
        <p:spPr>
          <a:xfrm>
            <a:off x="2290286" y="5234226"/>
            <a:ext cx="45676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27"/>
                                        </p:tgtEl>
                                        <p:attrNameLst>
                                          <p:attrName>style.visibility</p:attrName>
                                        </p:attrNameLst>
                                      </p:cBhvr>
                                      <p:to>
                                        <p:strVal val="visible"/>
                                      </p:to>
                                    </p:set>
                                    <p:animEffect filter="fade" transition="in">
                                      <p:cBhvr>
                                        <p:cTn dur="4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17"/>
          <p:cNvSpPr/>
          <p:nvPr/>
        </p:nvSpPr>
        <p:spPr>
          <a:xfrm>
            <a:off x="0" y="18850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139" name="Google Shape;139;p17"/>
          <p:cNvSpPr txBox="1"/>
          <p:nvPr>
            <p:ph type="title"/>
          </p:nvPr>
        </p:nvSpPr>
        <p:spPr>
          <a:xfrm>
            <a:off x="1945804" y="188500"/>
            <a:ext cx="8300400" cy="1671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2"/>
              </a:buClr>
              <a:buSzPts val="3700"/>
              <a:buFont typeface="Play"/>
              <a:buNone/>
            </a:pPr>
            <a:r>
              <a:rPr lang="en-US" sz="3700"/>
              <a:t>HOW WE EVALUATED DATA QUALITY </a:t>
            </a:r>
            <a:endParaRPr/>
          </a:p>
        </p:txBody>
      </p:sp>
      <p:sp>
        <p:nvSpPr>
          <p:cNvPr id="140" name="Google Shape;140;p17"/>
          <p:cNvSpPr txBox="1"/>
          <p:nvPr>
            <p:ph idx="1" type="body"/>
          </p:nvPr>
        </p:nvSpPr>
        <p:spPr>
          <a:xfrm>
            <a:off x="616375" y="1644727"/>
            <a:ext cx="5205300" cy="4689600"/>
          </a:xfrm>
          <a:prstGeom prst="rect">
            <a:avLst/>
          </a:prstGeom>
          <a:noFill/>
          <a:ln>
            <a:noFill/>
          </a:ln>
        </p:spPr>
        <p:txBody>
          <a:bodyPr anchorCtr="0" anchor="t" bIns="45700" lIns="91425" spcFirstLastPara="1" rIns="91425" wrap="square" tIns="45700">
            <a:normAutofit fontScale="85000" lnSpcReduction="10000"/>
          </a:bodyPr>
          <a:lstStyle/>
          <a:p>
            <a:pPr indent="-219456" lvl="0" marL="228600" rtl="0" algn="l">
              <a:lnSpc>
                <a:spcPct val="100000"/>
              </a:lnSpc>
              <a:spcBef>
                <a:spcPts val="0"/>
              </a:spcBef>
              <a:spcAft>
                <a:spcPts val="0"/>
              </a:spcAft>
              <a:buClr>
                <a:schemeClr val="dk2"/>
              </a:buClr>
              <a:buSzPct val="80000"/>
              <a:buChar char="•"/>
            </a:pPr>
            <a:r>
              <a:rPr lang="en-US"/>
              <a:t>Using Weiskopf &amp; Weng framework:</a:t>
            </a:r>
            <a:endParaRPr/>
          </a:p>
          <a:p>
            <a:pPr indent="-115824" lvl="0" marL="228600" rtl="0" algn="l">
              <a:lnSpc>
                <a:spcPct val="100000"/>
              </a:lnSpc>
              <a:spcBef>
                <a:spcPts val="1000"/>
              </a:spcBef>
              <a:spcAft>
                <a:spcPts val="0"/>
              </a:spcAft>
              <a:buClr>
                <a:schemeClr val="dk2"/>
              </a:buClr>
              <a:buSzPct val="80000"/>
              <a:buNone/>
            </a:pPr>
            <a:r>
              <a:t/>
            </a:r>
            <a:endParaRPr/>
          </a:p>
          <a:p>
            <a:pPr indent="-219456" lvl="0" marL="228600" rtl="0" algn="l">
              <a:lnSpc>
                <a:spcPct val="100000"/>
              </a:lnSpc>
              <a:spcBef>
                <a:spcPts val="1000"/>
              </a:spcBef>
              <a:spcAft>
                <a:spcPts val="0"/>
              </a:spcAft>
              <a:buClr>
                <a:schemeClr val="dk2"/>
              </a:buClr>
              <a:buSzPct val="80000"/>
              <a:buFont typeface="Arial"/>
              <a:buChar char="•"/>
            </a:pPr>
            <a:r>
              <a:rPr lang="en-US"/>
              <a:t>Completeness → missing data analysis </a:t>
            </a:r>
            <a:endParaRPr/>
          </a:p>
          <a:p>
            <a:pPr indent="-115824" lvl="0" marL="228600" rtl="0" algn="l">
              <a:lnSpc>
                <a:spcPct val="100000"/>
              </a:lnSpc>
              <a:spcBef>
                <a:spcPts val="1000"/>
              </a:spcBef>
              <a:spcAft>
                <a:spcPts val="0"/>
              </a:spcAft>
              <a:buClr>
                <a:schemeClr val="dk2"/>
              </a:buClr>
              <a:buSzPct val="80000"/>
              <a:buFont typeface="Arial"/>
              <a:buNone/>
            </a:pPr>
            <a:r>
              <a:t/>
            </a:r>
            <a:endParaRPr/>
          </a:p>
          <a:p>
            <a:pPr indent="-219456" lvl="0" marL="228600" rtl="0" algn="l">
              <a:lnSpc>
                <a:spcPct val="100000"/>
              </a:lnSpc>
              <a:spcBef>
                <a:spcPts val="1000"/>
              </a:spcBef>
              <a:spcAft>
                <a:spcPts val="0"/>
              </a:spcAft>
              <a:buClr>
                <a:schemeClr val="dk2"/>
              </a:buClr>
              <a:buSzPct val="80000"/>
              <a:buFont typeface="Arial"/>
              <a:buChar char="•"/>
            </a:pPr>
            <a:r>
              <a:rPr lang="en-US"/>
              <a:t>Plausibility → realistic ECG values </a:t>
            </a:r>
            <a:endParaRPr/>
          </a:p>
          <a:p>
            <a:pPr indent="-115824" lvl="0" marL="228600" rtl="0" algn="l">
              <a:lnSpc>
                <a:spcPct val="100000"/>
              </a:lnSpc>
              <a:spcBef>
                <a:spcPts val="1000"/>
              </a:spcBef>
              <a:spcAft>
                <a:spcPts val="0"/>
              </a:spcAft>
              <a:buClr>
                <a:schemeClr val="dk2"/>
              </a:buClr>
              <a:buSzPct val="80000"/>
              <a:buFont typeface="Arial"/>
              <a:buNone/>
            </a:pPr>
            <a:r>
              <a:t/>
            </a:r>
            <a:endParaRPr/>
          </a:p>
          <a:p>
            <a:pPr indent="-219456" lvl="0" marL="228600" rtl="0" algn="l">
              <a:lnSpc>
                <a:spcPct val="100000"/>
              </a:lnSpc>
              <a:spcBef>
                <a:spcPts val="1000"/>
              </a:spcBef>
              <a:spcAft>
                <a:spcPts val="0"/>
              </a:spcAft>
              <a:buClr>
                <a:schemeClr val="dk2"/>
              </a:buClr>
              <a:buSzPct val="80000"/>
              <a:buFont typeface="Arial"/>
              <a:buChar char="•"/>
            </a:pPr>
            <a:r>
              <a:rPr lang="en-US"/>
              <a:t>Concordance → alignment across variables </a:t>
            </a:r>
            <a:endParaRPr/>
          </a:p>
          <a:p>
            <a:pPr indent="-115824" lvl="0" marL="228600" rtl="0" algn="l">
              <a:lnSpc>
                <a:spcPct val="100000"/>
              </a:lnSpc>
              <a:spcBef>
                <a:spcPts val="1000"/>
              </a:spcBef>
              <a:spcAft>
                <a:spcPts val="0"/>
              </a:spcAft>
              <a:buClr>
                <a:schemeClr val="dk2"/>
              </a:buClr>
              <a:buSzPct val="80000"/>
              <a:buFont typeface="Arial"/>
              <a:buNone/>
            </a:pPr>
            <a:r>
              <a:t/>
            </a:r>
            <a:endParaRPr/>
          </a:p>
          <a:p>
            <a:pPr indent="-219456" lvl="0" marL="228600" rtl="0" algn="l">
              <a:lnSpc>
                <a:spcPct val="100000"/>
              </a:lnSpc>
              <a:spcBef>
                <a:spcPts val="1000"/>
              </a:spcBef>
              <a:spcAft>
                <a:spcPts val="0"/>
              </a:spcAft>
              <a:buClr>
                <a:schemeClr val="dk2"/>
              </a:buClr>
              <a:buSzPct val="80000"/>
              <a:buFont typeface="Arial"/>
              <a:buChar char="•"/>
            </a:pPr>
            <a:r>
              <a:rPr lang="en-US"/>
              <a:t>Currency → dataset structure consistency </a:t>
            </a:r>
            <a:endParaRPr/>
          </a:p>
          <a:p>
            <a:pPr indent="-115824" lvl="0" marL="228600" rtl="0" algn="l">
              <a:lnSpc>
                <a:spcPct val="100000"/>
              </a:lnSpc>
              <a:spcBef>
                <a:spcPts val="1000"/>
              </a:spcBef>
              <a:spcAft>
                <a:spcPts val="0"/>
              </a:spcAft>
              <a:buClr>
                <a:schemeClr val="dk2"/>
              </a:buClr>
              <a:buSzPct val="80000"/>
              <a:buNone/>
            </a:pPr>
            <a:r>
              <a:t/>
            </a:r>
            <a:endParaRPr/>
          </a:p>
        </p:txBody>
      </p:sp>
      <p:cxnSp>
        <p:nvCxnSpPr>
          <p:cNvPr id="141" name="Google Shape;141;p17"/>
          <p:cNvCxnSpPr/>
          <p:nvPr/>
        </p:nvCxnSpPr>
        <p:spPr>
          <a:xfrm flipH="1" rot="10800000">
            <a:off x="8430398" y="-1"/>
            <a:ext cx="2559923" cy="6857999"/>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42" name="Google Shape;142;p17"/>
          <p:cNvCxnSpPr/>
          <p:nvPr/>
        </p:nvCxnSpPr>
        <p:spPr>
          <a:xfrm flipH="1" rot="10800000">
            <a:off x="9741182" y="0"/>
            <a:ext cx="725518" cy="6857999"/>
          </a:xfrm>
          <a:prstGeom prst="straightConnector1">
            <a:avLst/>
          </a:prstGeom>
          <a:noFill/>
          <a:ln cap="flat" cmpd="sng" w="12700">
            <a:solidFill>
              <a:schemeClr val="accent2">
                <a:alpha val="70196"/>
              </a:schemeClr>
            </a:solidFill>
            <a:prstDash val="solid"/>
            <a:miter lim="800000"/>
            <a:headEnd len="sm" w="sm" type="none"/>
            <a:tailEnd len="sm" w="sm" type="none"/>
          </a:ln>
        </p:spPr>
      </p:cxnSp>
      <p:pic>
        <p:nvPicPr>
          <p:cNvPr descr="A colorful cloud in the sky&#10;&#10;Description automatically generated" id="143" name="Google Shape;143;p17"/>
          <p:cNvPicPr preferRelativeResize="0"/>
          <p:nvPr/>
        </p:nvPicPr>
        <p:blipFill rotWithShape="1">
          <a:blip r:embed="rId3">
            <a:alphaModFix/>
          </a:blip>
          <a:srcRect b="0" l="211" r="5859" t="0"/>
          <a:stretch/>
        </p:blipFill>
        <p:spPr>
          <a:xfrm>
            <a:off x="5923125" y="1544999"/>
            <a:ext cx="5769426" cy="4689552"/>
          </a:xfrm>
          <a:prstGeom prst="rect">
            <a:avLst/>
          </a:prstGeom>
          <a:noFill/>
          <a:ln>
            <a:noFill/>
          </a:ln>
        </p:spPr>
      </p:pic>
      <p:sp>
        <p:nvSpPr>
          <p:cNvPr id="144" name="Google Shape;144;p17"/>
          <p:cNvSpPr txBox="1"/>
          <p:nvPr/>
        </p:nvSpPr>
        <p:spPr>
          <a:xfrm>
            <a:off x="2290286" y="5234226"/>
            <a:ext cx="45676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39"/>
                                        </p:tgtEl>
                                        <p:attrNameLst>
                                          <p:attrName>style.visibility</p:attrName>
                                        </p:attrNameLst>
                                      </p:cBhvr>
                                      <p:to>
                                        <p:strVal val="visible"/>
                                      </p:to>
                                    </p:set>
                                    <p:animEffect filter="fade" transition="in">
                                      <p:cBhvr>
                                        <p:cTn dur="4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1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151" name="Google Shape;151;p18"/>
          <p:cNvSpPr txBox="1"/>
          <p:nvPr>
            <p:ph type="title"/>
          </p:nvPr>
        </p:nvSpPr>
        <p:spPr>
          <a:xfrm>
            <a:off x="5146159" y="685800"/>
            <a:ext cx="6238688" cy="138223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2"/>
              </a:buClr>
              <a:buSzPts val="4400"/>
              <a:buFont typeface="Play"/>
              <a:buNone/>
            </a:pPr>
            <a:r>
              <a:rPr lang="en-US"/>
              <a:t>KEY FINDINGS – DATA QUALITY </a:t>
            </a:r>
            <a:endParaRPr/>
          </a:p>
        </p:txBody>
      </p:sp>
      <p:pic>
        <p:nvPicPr>
          <p:cNvPr descr="A colorful cloud in the sky&#10;&#10;Description automatically generated" id="152" name="Google Shape;152;p18"/>
          <p:cNvPicPr preferRelativeResize="0"/>
          <p:nvPr/>
        </p:nvPicPr>
        <p:blipFill rotWithShape="1">
          <a:blip r:embed="rId3">
            <a:alphaModFix/>
          </a:blip>
          <a:srcRect b="0" l="21709" r="27358" t="0"/>
          <a:stretch/>
        </p:blipFill>
        <p:spPr>
          <a:xfrm>
            <a:off x="20" y="-7444"/>
            <a:ext cx="4966427" cy="6874330"/>
          </a:xfrm>
          <a:custGeom>
            <a:rect b="b" l="l" r="r" t="t"/>
            <a:pathLst>
              <a:path extrusionOk="0" h="6874330" w="4966447">
                <a:moveTo>
                  <a:pt x="0" y="0"/>
                </a:moveTo>
                <a:lnTo>
                  <a:pt x="4966447" y="0"/>
                </a:lnTo>
                <a:lnTo>
                  <a:pt x="3355712" y="6874330"/>
                </a:lnTo>
                <a:lnTo>
                  <a:pt x="0" y="6874330"/>
                </a:lnTo>
                <a:close/>
              </a:path>
            </a:pathLst>
          </a:custGeom>
          <a:noFill/>
          <a:ln>
            <a:noFill/>
          </a:ln>
        </p:spPr>
      </p:pic>
      <p:sp>
        <p:nvSpPr>
          <p:cNvPr id="153" name="Google Shape;153;p18"/>
          <p:cNvSpPr txBox="1"/>
          <p:nvPr>
            <p:ph idx="1" type="body"/>
          </p:nvPr>
        </p:nvSpPr>
        <p:spPr>
          <a:xfrm>
            <a:off x="5146158" y="2301949"/>
            <a:ext cx="6238687" cy="402265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2"/>
              </a:buClr>
              <a:buSzPts val="1920"/>
              <a:buChar char="•"/>
            </a:pPr>
            <a:r>
              <a:rPr lang="en-US"/>
              <a:t>Most variables had high completeness </a:t>
            </a:r>
            <a:endParaRPr/>
          </a:p>
          <a:p>
            <a:pPr indent="-106680" lvl="0" marL="228600" rtl="0" algn="l">
              <a:lnSpc>
                <a:spcPct val="100000"/>
              </a:lnSpc>
              <a:spcBef>
                <a:spcPts val="1000"/>
              </a:spcBef>
              <a:spcAft>
                <a:spcPts val="0"/>
              </a:spcAft>
              <a:buClr>
                <a:schemeClr val="dk2"/>
              </a:buClr>
              <a:buSzPts val="1920"/>
              <a:buNone/>
            </a:pPr>
            <a:r>
              <a:t/>
            </a:r>
            <a:endParaRPr/>
          </a:p>
          <a:p>
            <a:pPr indent="-228600" lvl="0" marL="228600" rtl="0" algn="l">
              <a:lnSpc>
                <a:spcPct val="100000"/>
              </a:lnSpc>
              <a:spcBef>
                <a:spcPts val="1000"/>
              </a:spcBef>
              <a:spcAft>
                <a:spcPts val="0"/>
              </a:spcAft>
              <a:buClr>
                <a:schemeClr val="dk2"/>
              </a:buClr>
              <a:buSzPts val="1920"/>
              <a:buChar char="•"/>
            </a:pPr>
            <a:r>
              <a:rPr lang="en-US"/>
              <a:t>Some ECG features had significant missingness</a:t>
            </a:r>
            <a:endParaRPr/>
          </a:p>
          <a:p>
            <a:pPr indent="-106680" lvl="0" marL="228600" rtl="0" algn="l">
              <a:lnSpc>
                <a:spcPct val="100000"/>
              </a:lnSpc>
              <a:spcBef>
                <a:spcPts val="1000"/>
              </a:spcBef>
              <a:spcAft>
                <a:spcPts val="0"/>
              </a:spcAft>
              <a:buClr>
                <a:schemeClr val="dk2"/>
              </a:buClr>
              <a:buSzPts val="1920"/>
              <a:buNone/>
            </a:pPr>
            <a:r>
              <a:t/>
            </a:r>
            <a:endParaRPr/>
          </a:p>
          <a:p>
            <a:pPr indent="-228600" lvl="0" marL="228600" rtl="0" algn="l">
              <a:lnSpc>
                <a:spcPct val="100000"/>
              </a:lnSpc>
              <a:spcBef>
                <a:spcPts val="1000"/>
              </a:spcBef>
              <a:spcAft>
                <a:spcPts val="0"/>
              </a:spcAft>
              <a:buClr>
                <a:schemeClr val="dk2"/>
              </a:buClr>
              <a:buSzPts val="1920"/>
              <a:buChar char="•"/>
            </a:pPr>
            <a:r>
              <a:rPr lang="en-US"/>
              <a:t> No duplicate records; ECG values were physiologically plausible </a:t>
            </a:r>
            <a:endParaRPr/>
          </a:p>
          <a:p>
            <a:pPr indent="-106680" lvl="0" marL="228600" rtl="0" algn="l">
              <a:lnSpc>
                <a:spcPct val="100000"/>
              </a:lnSpc>
              <a:spcBef>
                <a:spcPts val="1000"/>
              </a:spcBef>
              <a:spcAft>
                <a:spcPts val="0"/>
              </a:spcAft>
              <a:buClr>
                <a:schemeClr val="dk2"/>
              </a:buClr>
              <a:buSzPts val="1920"/>
              <a:buNone/>
            </a:pPr>
            <a:r>
              <a:t/>
            </a:r>
            <a:endParaRPr/>
          </a:p>
          <a:p>
            <a:pPr indent="-228600" lvl="0" marL="228600" rtl="0" algn="l">
              <a:lnSpc>
                <a:spcPct val="100000"/>
              </a:lnSpc>
              <a:spcBef>
                <a:spcPts val="1000"/>
              </a:spcBef>
              <a:spcAft>
                <a:spcPts val="0"/>
              </a:spcAft>
              <a:buClr>
                <a:schemeClr val="dk2"/>
              </a:buClr>
              <a:buSzPts val="1920"/>
              <a:buChar char="•"/>
            </a:pPr>
            <a:r>
              <a:rPr lang="en-US"/>
              <a:t>Dataset structurally sound but required significant  preprocessing</a:t>
            </a:r>
            <a:endParaRPr/>
          </a:p>
        </p:txBody>
      </p:sp>
      <p:cxnSp>
        <p:nvCxnSpPr>
          <p:cNvPr id="154" name="Google Shape;154;p18"/>
          <p:cNvCxnSpPr/>
          <p:nvPr/>
        </p:nvCxnSpPr>
        <p:spPr>
          <a:xfrm flipH="1">
            <a:off x="3627455" y="-19394"/>
            <a:ext cx="806149" cy="6877392"/>
          </a:xfrm>
          <a:prstGeom prst="straightConnector1">
            <a:avLst/>
          </a:prstGeom>
          <a:noFill/>
          <a:ln cap="flat" cmpd="sng" w="12700">
            <a:solidFill>
              <a:schemeClr val="accent2">
                <a:alpha val="70196"/>
              </a:schemeClr>
            </a:solidFill>
            <a:prstDash val="solid"/>
            <a:miter lim="800000"/>
            <a:headEnd len="sm" w="sm" type="none"/>
            <a:tailEnd len="sm" w="sm" type="none"/>
          </a:ln>
        </p:spPr>
      </p:cxnSp>
      <p:sp>
        <p:nvSpPr>
          <p:cNvPr id="155" name="Google Shape;155;p18"/>
          <p:cNvSpPr txBox="1"/>
          <p:nvPr/>
        </p:nvSpPr>
        <p:spPr>
          <a:xfrm>
            <a:off x="2290286" y="5234226"/>
            <a:ext cx="45676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51"/>
                                        </p:tgtEl>
                                        <p:attrNameLst>
                                          <p:attrName>style.visibility</p:attrName>
                                        </p:attrNameLst>
                                      </p:cBhvr>
                                      <p:to>
                                        <p:strVal val="visible"/>
                                      </p:to>
                                    </p:set>
                                    <p:animEffect filter="fade" transition="in">
                                      <p:cBhvr>
                                        <p:cTn dur="4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1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pic>
        <p:nvPicPr>
          <p:cNvPr descr="A colorful cloud in the sky&#10;&#10;Description automatically generated" id="161" name="Google Shape;161;p19"/>
          <p:cNvPicPr preferRelativeResize="0"/>
          <p:nvPr/>
        </p:nvPicPr>
        <p:blipFill rotWithShape="1">
          <a:blip r:embed="rId3">
            <a:alphaModFix/>
          </a:blip>
          <a:srcRect b="0" l="0" r="0" t="20211"/>
          <a:stretch/>
        </p:blipFill>
        <p:spPr>
          <a:xfrm>
            <a:off x="-1154" y="10"/>
            <a:ext cx="12192000" cy="6857991"/>
          </a:xfrm>
          <a:prstGeom prst="rect">
            <a:avLst/>
          </a:prstGeom>
          <a:noFill/>
          <a:ln>
            <a:noFill/>
          </a:ln>
        </p:spPr>
      </p:pic>
      <p:sp>
        <p:nvSpPr>
          <p:cNvPr id="162" name="Google Shape;162;p19"/>
          <p:cNvSpPr/>
          <p:nvPr/>
        </p:nvSpPr>
        <p:spPr>
          <a:xfrm>
            <a:off x="370" y="696037"/>
            <a:ext cx="12189000" cy="5172600"/>
          </a:xfrm>
          <a:prstGeom prst="rect">
            <a:avLst/>
          </a:prstGeom>
          <a:gradFill>
            <a:gsLst>
              <a:gs pos="0">
                <a:srgbClr val="000000">
                  <a:alpha val="0"/>
                </a:srgbClr>
              </a:gs>
              <a:gs pos="42000">
                <a:srgbClr val="000000">
                  <a:alpha val="23137"/>
                </a:srgbClr>
              </a:gs>
              <a:gs pos="71000">
                <a:srgbClr val="000000">
                  <a:alpha val="23921"/>
                </a:srgbClr>
              </a:gs>
              <a:gs pos="100000">
                <a:srgbClr val="000000">
                  <a:alpha val="0"/>
                </a:srgbClr>
              </a:gs>
            </a:gsLst>
            <a:lin ang="54000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sp>
        <p:nvSpPr>
          <p:cNvPr id="163" name="Google Shape;163;p19"/>
          <p:cNvSpPr txBox="1"/>
          <p:nvPr>
            <p:ph type="ctrTitle"/>
          </p:nvPr>
        </p:nvSpPr>
        <p:spPr>
          <a:xfrm>
            <a:off x="1384125" y="115975"/>
            <a:ext cx="9144000" cy="9279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2"/>
              </a:buClr>
              <a:buSzPts val="3700"/>
              <a:buFont typeface="Play"/>
              <a:buNone/>
            </a:pPr>
            <a:r>
              <a:rPr lang="en-US" sz="3700"/>
              <a:t>DATA CLEANING AND PREPROCESSING </a:t>
            </a:r>
            <a:endParaRPr sz="4000">
              <a:solidFill>
                <a:schemeClr val="dk1"/>
              </a:solidFill>
            </a:endParaRPr>
          </a:p>
        </p:txBody>
      </p:sp>
      <p:pic>
        <p:nvPicPr>
          <p:cNvPr id="164" name="Google Shape;164;p19" title="Screen Shot 2026-04-19 at 5.46.33 PM.png"/>
          <p:cNvPicPr preferRelativeResize="0"/>
          <p:nvPr/>
        </p:nvPicPr>
        <p:blipFill>
          <a:blip r:embed="rId4">
            <a:alphaModFix/>
          </a:blip>
          <a:stretch>
            <a:fillRect/>
          </a:stretch>
        </p:blipFill>
        <p:spPr>
          <a:xfrm>
            <a:off x="1057888" y="1464399"/>
            <a:ext cx="10073924" cy="5324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63"/>
                                        </p:tgtEl>
                                        <p:attrNameLst>
                                          <p:attrName>style.visibility</p:attrName>
                                        </p:attrNameLst>
                                      </p:cBhvr>
                                      <p:to>
                                        <p:strVal val="visible"/>
                                      </p:to>
                                    </p:set>
                                    <p:animEffect filter="fade" transition="in">
                                      <p:cBhvr>
                                        <p:cTn dur="4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pic>
        <p:nvPicPr>
          <p:cNvPr descr="A colorful cloud in the sky&#10;&#10;Description automatically generated" id="170" name="Google Shape;170;p20"/>
          <p:cNvPicPr preferRelativeResize="0"/>
          <p:nvPr/>
        </p:nvPicPr>
        <p:blipFill rotWithShape="1">
          <a:blip r:embed="rId3">
            <a:alphaModFix/>
          </a:blip>
          <a:srcRect b="0" l="0" r="0" t="20211"/>
          <a:stretch/>
        </p:blipFill>
        <p:spPr>
          <a:xfrm>
            <a:off x="-1154" y="10"/>
            <a:ext cx="12192000" cy="6857991"/>
          </a:xfrm>
          <a:prstGeom prst="rect">
            <a:avLst/>
          </a:prstGeom>
          <a:noFill/>
          <a:ln>
            <a:noFill/>
          </a:ln>
        </p:spPr>
      </p:pic>
      <p:sp>
        <p:nvSpPr>
          <p:cNvPr id="171" name="Google Shape;171;p20"/>
          <p:cNvSpPr/>
          <p:nvPr/>
        </p:nvSpPr>
        <p:spPr>
          <a:xfrm>
            <a:off x="370" y="696037"/>
            <a:ext cx="12189000" cy="5172600"/>
          </a:xfrm>
          <a:prstGeom prst="rect">
            <a:avLst/>
          </a:prstGeom>
          <a:gradFill>
            <a:gsLst>
              <a:gs pos="0">
                <a:srgbClr val="000000">
                  <a:alpha val="0"/>
                </a:srgbClr>
              </a:gs>
              <a:gs pos="42000">
                <a:srgbClr val="000000">
                  <a:alpha val="23137"/>
                </a:srgbClr>
              </a:gs>
              <a:gs pos="71000">
                <a:srgbClr val="000000">
                  <a:alpha val="23921"/>
                </a:srgbClr>
              </a:gs>
              <a:gs pos="100000">
                <a:srgbClr val="000000">
                  <a:alpha val="0"/>
                </a:srgbClr>
              </a:gs>
            </a:gsLst>
            <a:lin ang="54000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Light"/>
              <a:ea typeface="Open Sans Light"/>
              <a:cs typeface="Open Sans Light"/>
              <a:sym typeface="Open Sans Light"/>
            </a:endParaRPr>
          </a:p>
        </p:txBody>
      </p:sp>
      <p:sp>
        <p:nvSpPr>
          <p:cNvPr id="172" name="Google Shape;172;p20"/>
          <p:cNvSpPr txBox="1"/>
          <p:nvPr>
            <p:ph type="ctrTitle"/>
          </p:nvPr>
        </p:nvSpPr>
        <p:spPr>
          <a:xfrm>
            <a:off x="1413100" y="-159475"/>
            <a:ext cx="9144000" cy="9279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2"/>
              </a:buClr>
              <a:buSzPts val="3700"/>
              <a:buFont typeface="Play"/>
              <a:buNone/>
            </a:pPr>
            <a:r>
              <a:rPr lang="en-US" sz="3700"/>
              <a:t>Statistical Analysis </a:t>
            </a:r>
            <a:endParaRPr sz="4000">
              <a:solidFill>
                <a:schemeClr val="dk1"/>
              </a:solidFill>
            </a:endParaRPr>
          </a:p>
        </p:txBody>
      </p:sp>
      <p:pic>
        <p:nvPicPr>
          <p:cNvPr id="173" name="Google Shape;173;p20"/>
          <p:cNvPicPr preferRelativeResize="0"/>
          <p:nvPr/>
        </p:nvPicPr>
        <p:blipFill>
          <a:blip r:embed="rId4">
            <a:alphaModFix/>
          </a:blip>
          <a:stretch>
            <a:fillRect/>
          </a:stretch>
        </p:blipFill>
        <p:spPr>
          <a:xfrm>
            <a:off x="65654" y="997850"/>
            <a:ext cx="6008922" cy="3611125"/>
          </a:xfrm>
          <a:prstGeom prst="rect">
            <a:avLst/>
          </a:prstGeom>
          <a:noFill/>
          <a:ln>
            <a:noFill/>
          </a:ln>
        </p:spPr>
      </p:pic>
      <p:pic>
        <p:nvPicPr>
          <p:cNvPr id="174" name="Google Shape;174;p20"/>
          <p:cNvPicPr preferRelativeResize="0"/>
          <p:nvPr/>
        </p:nvPicPr>
        <p:blipFill>
          <a:blip r:embed="rId5">
            <a:alphaModFix/>
          </a:blip>
          <a:stretch>
            <a:fillRect/>
          </a:stretch>
        </p:blipFill>
        <p:spPr>
          <a:xfrm>
            <a:off x="6350550" y="956463"/>
            <a:ext cx="5556051" cy="3611125"/>
          </a:xfrm>
          <a:prstGeom prst="rect">
            <a:avLst/>
          </a:prstGeom>
          <a:noFill/>
          <a:ln>
            <a:noFill/>
          </a:ln>
        </p:spPr>
      </p:pic>
      <p:pic>
        <p:nvPicPr>
          <p:cNvPr id="175" name="Google Shape;175;p20"/>
          <p:cNvPicPr preferRelativeResize="0"/>
          <p:nvPr/>
        </p:nvPicPr>
        <p:blipFill>
          <a:blip r:embed="rId6">
            <a:alphaModFix/>
          </a:blip>
          <a:stretch>
            <a:fillRect/>
          </a:stretch>
        </p:blipFill>
        <p:spPr>
          <a:xfrm>
            <a:off x="6194825" y="4755650"/>
            <a:ext cx="5711775" cy="1181375"/>
          </a:xfrm>
          <a:prstGeom prst="rect">
            <a:avLst/>
          </a:prstGeom>
          <a:noFill/>
          <a:ln>
            <a:noFill/>
          </a:ln>
        </p:spPr>
      </p:pic>
      <p:sp>
        <p:nvSpPr>
          <p:cNvPr id="176" name="Google Shape;176;p20"/>
          <p:cNvSpPr txBox="1"/>
          <p:nvPr/>
        </p:nvSpPr>
        <p:spPr>
          <a:xfrm>
            <a:off x="405975" y="4544850"/>
            <a:ext cx="4059600" cy="400200"/>
          </a:xfrm>
          <a:prstGeom prst="rect">
            <a:avLst/>
          </a:prstGeom>
          <a:noFill/>
          <a:ln>
            <a:noFill/>
          </a:ln>
        </p:spPr>
        <p:txBody>
          <a:bodyPr anchorCtr="0" anchor="t" bIns="91425" lIns="91425" spcFirstLastPara="1" rIns="91425" wrap="square" tIns="91425">
            <a:spAutoFit/>
          </a:bodyPr>
          <a:lstStyle/>
          <a:p>
            <a:pPr indent="0" lvl="0" marL="914400" rtl="0" algn="l">
              <a:lnSpc>
                <a:spcPct val="150000"/>
              </a:lnSpc>
              <a:spcBef>
                <a:spcPts val="1200"/>
              </a:spcBef>
              <a:spcAft>
                <a:spcPts val="1200"/>
              </a:spcAft>
              <a:buNone/>
            </a:pPr>
            <a:r>
              <a:t/>
            </a:r>
            <a:endParaRPr/>
          </a:p>
        </p:txBody>
      </p:sp>
      <p:sp>
        <p:nvSpPr>
          <p:cNvPr id="177" name="Google Shape;177;p20"/>
          <p:cNvSpPr txBox="1"/>
          <p:nvPr/>
        </p:nvSpPr>
        <p:spPr>
          <a:xfrm>
            <a:off x="-71550" y="4755638"/>
            <a:ext cx="5871300" cy="1623900"/>
          </a:xfrm>
          <a:prstGeom prst="rect">
            <a:avLst/>
          </a:prstGeom>
          <a:noFill/>
          <a:ln>
            <a:noFill/>
          </a:ln>
        </p:spPr>
        <p:txBody>
          <a:bodyPr anchorCtr="0" anchor="t" bIns="91425" lIns="91425" spcFirstLastPara="1" rIns="91425" wrap="square" tIns="91425">
            <a:spAutoFit/>
          </a:bodyPr>
          <a:lstStyle/>
          <a:p>
            <a:pPr indent="0" lvl="0" marL="914400" rtl="0" algn="l">
              <a:lnSpc>
                <a:spcPct val="150000"/>
              </a:lnSpc>
              <a:spcBef>
                <a:spcPts val="1200"/>
              </a:spcBef>
              <a:spcAft>
                <a:spcPts val="1200"/>
              </a:spcAft>
              <a:buNone/>
            </a:pPr>
            <a:r>
              <a:rPr lang="en-US" sz="1700">
                <a:solidFill>
                  <a:schemeClr val="dk1"/>
                </a:solidFill>
              </a:rPr>
              <a:t>For Age, the mean was 46.47, and the standard deviation was 16.488. The youngest age (min) was 0.93 yrs old, and the oldest (max) was 83.04 yrs old. With an IQR of 22.03.</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72"/>
                                        </p:tgtEl>
                                        <p:attrNameLst>
                                          <p:attrName>style.visibility</p:attrName>
                                        </p:attrNameLst>
                                      </p:cBhvr>
                                      <p:to>
                                        <p:strVal val="visible"/>
                                      </p:to>
                                    </p:set>
                                    <p:animEffect filter="fade" transition="in">
                                      <p:cBhvr>
                                        <p:cTn dur="4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184" name="Google Shape;184;p21"/>
          <p:cNvSpPr txBox="1"/>
          <p:nvPr>
            <p:ph type="title"/>
          </p:nvPr>
        </p:nvSpPr>
        <p:spPr>
          <a:xfrm>
            <a:off x="6096000" y="519111"/>
            <a:ext cx="5435010" cy="170561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solidFill>
                  <a:schemeClr val="dk1"/>
                </a:solidFill>
              </a:rPr>
              <a:t>MODELING APPROACH </a:t>
            </a:r>
            <a:endParaRPr/>
          </a:p>
        </p:txBody>
      </p:sp>
      <p:sp>
        <p:nvSpPr>
          <p:cNvPr id="185" name="Google Shape;185;p21"/>
          <p:cNvSpPr/>
          <p:nvPr/>
        </p:nvSpPr>
        <p:spPr>
          <a:xfrm rot="10800000">
            <a:off x="0" y="-5979"/>
            <a:ext cx="4906370" cy="6869953"/>
          </a:xfrm>
          <a:custGeom>
            <a:rect b="b" l="l" r="r" t="t"/>
            <a:pathLst>
              <a:path extrusionOk="0" h="6869951" w="6430885">
                <a:moveTo>
                  <a:pt x="1754909" y="0"/>
                </a:moveTo>
                <a:lnTo>
                  <a:pt x="6430885" y="11953"/>
                </a:lnTo>
                <a:lnTo>
                  <a:pt x="6430885" y="6869951"/>
                </a:lnTo>
                <a:lnTo>
                  <a:pt x="0" y="6869951"/>
                </a:lnTo>
                <a:lnTo>
                  <a:pt x="1754909"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186" name="Google Shape;186;p21"/>
          <p:cNvCxnSpPr/>
          <p:nvPr/>
        </p:nvCxnSpPr>
        <p:spPr>
          <a:xfrm flipH="1" rot="10800000">
            <a:off x="2941093" y="-5979"/>
            <a:ext cx="2549950" cy="6863979"/>
          </a:xfrm>
          <a:prstGeom prst="straightConnector1">
            <a:avLst/>
          </a:prstGeom>
          <a:noFill/>
          <a:ln cap="flat" cmpd="sng" w="12700">
            <a:solidFill>
              <a:schemeClr val="accent2">
                <a:alpha val="70196"/>
              </a:schemeClr>
            </a:solidFill>
            <a:prstDash val="solid"/>
            <a:miter lim="800000"/>
            <a:headEnd len="sm" w="sm" type="none"/>
            <a:tailEnd len="sm" w="sm" type="none"/>
          </a:ln>
        </p:spPr>
      </p:cxnSp>
      <p:pic>
        <p:nvPicPr>
          <p:cNvPr descr="A colorful cloud in the sky&#10;&#10;Description automatically generated" id="187" name="Google Shape;187;p21"/>
          <p:cNvPicPr preferRelativeResize="0"/>
          <p:nvPr/>
        </p:nvPicPr>
        <p:blipFill rotWithShape="1">
          <a:blip r:embed="rId3">
            <a:alphaModFix/>
          </a:blip>
          <a:srcRect b="0" l="211" r="5859" t="0"/>
          <a:stretch/>
        </p:blipFill>
        <p:spPr>
          <a:xfrm>
            <a:off x="533399" y="1541645"/>
            <a:ext cx="5029200" cy="3774710"/>
          </a:xfrm>
          <a:prstGeom prst="rect">
            <a:avLst/>
          </a:prstGeom>
          <a:noFill/>
          <a:ln>
            <a:noFill/>
          </a:ln>
        </p:spPr>
      </p:pic>
      <p:sp>
        <p:nvSpPr>
          <p:cNvPr id="188" name="Google Shape;188;p21"/>
          <p:cNvSpPr txBox="1"/>
          <p:nvPr>
            <p:ph idx="1" type="body"/>
          </p:nvPr>
        </p:nvSpPr>
        <p:spPr>
          <a:xfrm>
            <a:off x="5868536" y="2497889"/>
            <a:ext cx="5662474" cy="4099872"/>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2"/>
              </a:buClr>
              <a:buSzPts val="1920"/>
              <a:buFont typeface="Arial"/>
              <a:buChar char="•"/>
            </a:pPr>
            <a:r>
              <a:rPr lang="en-US"/>
              <a:t>Logistic Regression (baseline, interpretable)</a:t>
            </a:r>
            <a:endParaRPr/>
          </a:p>
          <a:p>
            <a:pPr indent="-106680" lvl="0" marL="228600" rtl="0" algn="l">
              <a:lnSpc>
                <a:spcPct val="100000"/>
              </a:lnSpc>
              <a:spcBef>
                <a:spcPts val="1000"/>
              </a:spcBef>
              <a:spcAft>
                <a:spcPts val="0"/>
              </a:spcAft>
              <a:buClr>
                <a:schemeClr val="dk2"/>
              </a:buClr>
              <a:buSzPts val="1920"/>
              <a:buFont typeface="Arial"/>
              <a:buNone/>
            </a:pPr>
            <a:r>
              <a:t/>
            </a:r>
            <a:endParaRPr/>
          </a:p>
          <a:p>
            <a:pPr indent="-228600" lvl="0" marL="228600" rtl="0" algn="l">
              <a:lnSpc>
                <a:spcPct val="100000"/>
              </a:lnSpc>
              <a:spcBef>
                <a:spcPts val="1000"/>
              </a:spcBef>
              <a:spcAft>
                <a:spcPts val="0"/>
              </a:spcAft>
              <a:buClr>
                <a:schemeClr val="dk2"/>
              </a:buClr>
              <a:buSzPts val="1920"/>
              <a:buFont typeface="Arial"/>
              <a:buChar char="•"/>
            </a:pPr>
            <a:r>
              <a:rPr lang="en-US"/>
              <a:t> Decision Tree (rule-based, visual) </a:t>
            </a:r>
            <a:endParaRPr/>
          </a:p>
          <a:p>
            <a:pPr indent="-106680" lvl="0" marL="228600" rtl="0" algn="l">
              <a:lnSpc>
                <a:spcPct val="100000"/>
              </a:lnSpc>
              <a:spcBef>
                <a:spcPts val="1000"/>
              </a:spcBef>
              <a:spcAft>
                <a:spcPts val="0"/>
              </a:spcAft>
              <a:buClr>
                <a:schemeClr val="dk2"/>
              </a:buClr>
              <a:buSzPts val="1920"/>
              <a:buFont typeface="Arial"/>
              <a:buNone/>
            </a:pPr>
            <a:r>
              <a:t/>
            </a:r>
            <a:endParaRPr/>
          </a:p>
          <a:p>
            <a:pPr indent="-228600" lvl="0" marL="228600" rtl="0" algn="l">
              <a:lnSpc>
                <a:spcPct val="100000"/>
              </a:lnSpc>
              <a:spcBef>
                <a:spcPts val="1000"/>
              </a:spcBef>
              <a:spcAft>
                <a:spcPts val="0"/>
              </a:spcAft>
              <a:buClr>
                <a:schemeClr val="dk2"/>
              </a:buClr>
              <a:buSzPts val="1920"/>
              <a:buFont typeface="Arial"/>
              <a:buChar char="•"/>
            </a:pPr>
            <a:r>
              <a:rPr lang="en-US"/>
              <a:t>Random Forest (ensemble, reduces overfitting)</a:t>
            </a:r>
            <a:endParaRPr/>
          </a:p>
        </p:txBody>
      </p:sp>
      <p:sp>
        <p:nvSpPr>
          <p:cNvPr id="189" name="Google Shape;189;p21"/>
          <p:cNvSpPr txBox="1"/>
          <p:nvPr/>
        </p:nvSpPr>
        <p:spPr>
          <a:xfrm>
            <a:off x="2290286" y="5234226"/>
            <a:ext cx="45676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84"/>
                                        </p:tgtEl>
                                        <p:attrNameLst>
                                          <p:attrName>style.visibility</p:attrName>
                                        </p:attrNameLst>
                                      </p:cBhvr>
                                      <p:to>
                                        <p:strVal val="visible"/>
                                      </p:to>
                                    </p:set>
                                    <p:animEffect filter="fade" transition="in">
                                      <p:cBhvr>
                                        <p:cTn dur="4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4" name="Shape 194"/>
        <p:cNvGrpSpPr/>
        <p:nvPr/>
      </p:nvGrpSpPr>
      <p:grpSpPr>
        <a:xfrm>
          <a:off x="0" y="0"/>
          <a:ext cx="0" cy="0"/>
          <a:chOff x="0" y="0"/>
          <a:chExt cx="0" cy="0"/>
        </a:xfrm>
      </p:grpSpPr>
      <p:cxnSp>
        <p:nvCxnSpPr>
          <p:cNvPr id="195" name="Google Shape;195;p22"/>
          <p:cNvCxnSpPr/>
          <p:nvPr/>
        </p:nvCxnSpPr>
        <p:spPr>
          <a:xfrm flipH="1">
            <a:off x="0" y="0"/>
            <a:ext cx="3119718" cy="68580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96" name="Google Shape;196;p22"/>
          <p:cNvCxnSpPr/>
          <p:nvPr/>
        </p:nvCxnSpPr>
        <p:spPr>
          <a:xfrm flipH="1">
            <a:off x="0" y="0"/>
            <a:ext cx="903768" cy="6543675"/>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97" name="Google Shape;197;p22"/>
          <p:cNvCxnSpPr/>
          <p:nvPr/>
        </p:nvCxnSpPr>
        <p:spPr>
          <a:xfrm rot="10800000">
            <a:off x="-42863" y="5791200"/>
            <a:ext cx="6286501" cy="1066801"/>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98" name="Google Shape;198;p22"/>
          <p:cNvCxnSpPr/>
          <p:nvPr/>
        </p:nvCxnSpPr>
        <p:spPr>
          <a:xfrm flipH="1">
            <a:off x="8462964" y="5848350"/>
            <a:ext cx="3729036" cy="100965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199" name="Google Shape;199;p22"/>
          <p:cNvCxnSpPr/>
          <p:nvPr/>
        </p:nvCxnSpPr>
        <p:spPr>
          <a:xfrm flipH="1">
            <a:off x="11543158" y="1647825"/>
            <a:ext cx="648842" cy="5210175"/>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200" name="Google Shape;200;p22"/>
          <p:cNvCxnSpPr/>
          <p:nvPr/>
        </p:nvCxnSpPr>
        <p:spPr>
          <a:xfrm rot="10800000">
            <a:off x="10781554" y="0"/>
            <a:ext cx="1410446" cy="425834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201" name="Google Shape;201;p22"/>
          <p:cNvCxnSpPr/>
          <p:nvPr/>
        </p:nvCxnSpPr>
        <p:spPr>
          <a:xfrm rot="10800000">
            <a:off x="6529388" y="-4763"/>
            <a:ext cx="5662612" cy="931975"/>
          </a:xfrm>
          <a:prstGeom prst="straightConnector1">
            <a:avLst/>
          </a:prstGeom>
          <a:noFill/>
          <a:ln cap="flat" cmpd="sng" w="12700">
            <a:solidFill>
              <a:schemeClr val="accent2">
                <a:alpha val="70196"/>
              </a:schemeClr>
            </a:solidFill>
            <a:prstDash val="solid"/>
            <a:miter lim="800000"/>
            <a:headEnd len="sm" w="sm" type="none"/>
            <a:tailEnd len="sm" w="sm" type="none"/>
          </a:ln>
        </p:spPr>
      </p:cxnSp>
      <p:sp>
        <p:nvSpPr>
          <p:cNvPr id="202" name="Google Shape;202;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203" name="Google Shape;203;p22"/>
          <p:cNvSpPr/>
          <p:nvPr/>
        </p:nvSpPr>
        <p:spPr>
          <a:xfrm>
            <a:off x="0" y="4849100"/>
            <a:ext cx="12192000" cy="20089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204" name="Google Shape;204;p22"/>
          <p:cNvCxnSpPr/>
          <p:nvPr/>
        </p:nvCxnSpPr>
        <p:spPr>
          <a:xfrm>
            <a:off x="660990" y="4849100"/>
            <a:ext cx="2366826" cy="2008900"/>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205" name="Google Shape;205;p22"/>
          <p:cNvCxnSpPr/>
          <p:nvPr/>
        </p:nvCxnSpPr>
        <p:spPr>
          <a:xfrm flipH="1">
            <a:off x="-84" y="4849099"/>
            <a:ext cx="3027900" cy="1004400"/>
          </a:xfrm>
          <a:prstGeom prst="straightConnector1">
            <a:avLst/>
          </a:prstGeom>
          <a:noFill/>
          <a:ln cap="flat" cmpd="sng" w="12700">
            <a:solidFill>
              <a:schemeClr val="accent2">
                <a:alpha val="70196"/>
              </a:schemeClr>
            </a:solidFill>
            <a:prstDash val="solid"/>
            <a:miter lim="800000"/>
            <a:headEnd len="sm" w="sm" type="none"/>
            <a:tailEnd len="sm" w="sm" type="none"/>
          </a:ln>
        </p:spPr>
      </p:cxnSp>
      <p:sp>
        <p:nvSpPr>
          <p:cNvPr id="206" name="Google Shape;206;p22"/>
          <p:cNvSpPr txBox="1"/>
          <p:nvPr>
            <p:ph type="title"/>
          </p:nvPr>
        </p:nvSpPr>
        <p:spPr>
          <a:xfrm>
            <a:off x="1524000" y="4995894"/>
            <a:ext cx="9144000" cy="104375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2"/>
              </a:buClr>
              <a:buSzPts val="4000"/>
              <a:buFont typeface="Play"/>
              <a:buNone/>
            </a:pPr>
            <a:r>
              <a:rPr i="1" lang="en-US" sz="4000" cap="none">
                <a:solidFill>
                  <a:schemeClr val="dk2"/>
                </a:solidFill>
                <a:latin typeface="Play"/>
                <a:ea typeface="Play"/>
                <a:cs typeface="Play"/>
                <a:sym typeface="Play"/>
              </a:rPr>
              <a:t>MODEL PERFORMANCE </a:t>
            </a:r>
            <a:r>
              <a:rPr i="1" lang="en-US" sz="4000" cap="none">
                <a:solidFill>
                  <a:srgbClr val="FF0000"/>
                </a:solidFill>
                <a:latin typeface="Play"/>
                <a:ea typeface="Play"/>
                <a:cs typeface="Play"/>
                <a:sym typeface="Play"/>
              </a:rPr>
              <a:t> </a:t>
            </a:r>
            <a:endParaRPr/>
          </a:p>
        </p:txBody>
      </p:sp>
      <p:pic>
        <p:nvPicPr>
          <p:cNvPr descr="A colorful cloud in the sky&#10;&#10;Description automatically generated" id="207" name="Google Shape;207;p22"/>
          <p:cNvPicPr preferRelativeResize="0"/>
          <p:nvPr/>
        </p:nvPicPr>
        <p:blipFill rotWithShape="1">
          <a:blip r:embed="rId3">
            <a:alphaModFix/>
          </a:blip>
          <a:srcRect b="0" l="211" r="5859" t="0"/>
          <a:stretch/>
        </p:blipFill>
        <p:spPr>
          <a:xfrm>
            <a:off x="717229" y="551062"/>
            <a:ext cx="10958024" cy="3768259"/>
          </a:xfrm>
          <a:prstGeom prst="rect">
            <a:avLst/>
          </a:prstGeom>
          <a:noFill/>
          <a:ln>
            <a:noFill/>
          </a:ln>
        </p:spPr>
      </p:pic>
      <p:pic>
        <p:nvPicPr>
          <p:cNvPr id="208" name="Google Shape;208;p22"/>
          <p:cNvPicPr preferRelativeResize="0"/>
          <p:nvPr/>
        </p:nvPicPr>
        <p:blipFill rotWithShape="1">
          <a:blip r:embed="rId4">
            <a:alphaModFix/>
          </a:blip>
          <a:srcRect b="0" l="0" r="0" t="0"/>
          <a:stretch/>
        </p:blipFill>
        <p:spPr>
          <a:xfrm>
            <a:off x="1884277" y="1004450"/>
            <a:ext cx="8652933" cy="2410397"/>
          </a:xfrm>
          <a:prstGeom prst="rect">
            <a:avLst/>
          </a:prstGeom>
          <a:noFill/>
          <a:ln>
            <a:noFill/>
          </a:ln>
        </p:spPr>
      </p:pic>
      <p:cxnSp>
        <p:nvCxnSpPr>
          <p:cNvPr id="209" name="Google Shape;209;p22"/>
          <p:cNvCxnSpPr/>
          <p:nvPr/>
        </p:nvCxnSpPr>
        <p:spPr>
          <a:xfrm flipH="1" rot="10800000">
            <a:off x="11602477" y="4849098"/>
            <a:ext cx="339224" cy="2008903"/>
          </a:xfrm>
          <a:prstGeom prst="straightConnector1">
            <a:avLst/>
          </a:prstGeom>
          <a:noFill/>
          <a:ln cap="flat" cmpd="sng" w="12700">
            <a:solidFill>
              <a:schemeClr val="accent2">
                <a:alpha val="70196"/>
              </a:schemeClr>
            </a:solidFill>
            <a:prstDash val="solid"/>
            <a:miter lim="800000"/>
            <a:headEnd len="sm" w="sm" type="none"/>
            <a:tailEnd len="sm" w="sm" type="none"/>
          </a:ln>
        </p:spPr>
      </p:cxnSp>
      <p:cxnSp>
        <p:nvCxnSpPr>
          <p:cNvPr id="210" name="Google Shape;210;p22"/>
          <p:cNvCxnSpPr/>
          <p:nvPr/>
        </p:nvCxnSpPr>
        <p:spPr>
          <a:xfrm>
            <a:off x="8882420" y="4849097"/>
            <a:ext cx="3309580" cy="1382145"/>
          </a:xfrm>
          <a:prstGeom prst="straightConnector1">
            <a:avLst/>
          </a:prstGeom>
          <a:noFill/>
          <a:ln cap="flat" cmpd="sng" w="12700">
            <a:solidFill>
              <a:schemeClr val="accent2">
                <a:alpha val="70196"/>
              </a:schemeClr>
            </a:solidFill>
            <a:prstDash val="solid"/>
            <a:miter lim="800000"/>
            <a:headEnd len="sm" w="sm" type="none"/>
            <a:tailEnd len="sm" w="sm" type="none"/>
          </a:ln>
        </p:spPr>
      </p:cxnSp>
      <p:sp>
        <p:nvSpPr>
          <p:cNvPr id="211" name="Google Shape;211;p22"/>
          <p:cNvSpPr txBox="1"/>
          <p:nvPr/>
        </p:nvSpPr>
        <p:spPr>
          <a:xfrm>
            <a:off x="2290286" y="5234226"/>
            <a:ext cx="45676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06"/>
                                        </p:tgtEl>
                                        <p:attrNameLst>
                                          <p:attrName>style.visibility</p:attrName>
                                        </p:attrNameLst>
                                      </p:cBhvr>
                                      <p:to>
                                        <p:strVal val="visible"/>
                                      </p:to>
                                    </p:set>
                                    <p:animEffect filter="fade" transition="in">
                                      <p:cBhvr>
                                        <p:cTn dur="4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6" name="Shape 216"/>
        <p:cNvGrpSpPr/>
        <p:nvPr/>
      </p:nvGrpSpPr>
      <p:grpSpPr>
        <a:xfrm>
          <a:off x="0" y="0"/>
          <a:ext cx="0" cy="0"/>
          <a:chOff x="0" y="0"/>
          <a:chExt cx="0" cy="0"/>
        </a:xfrm>
      </p:grpSpPr>
      <p:sp>
        <p:nvSpPr>
          <p:cNvPr id="217" name="Google Shape;217;p2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218" name="Google Shape;218;p23"/>
          <p:cNvSpPr txBox="1"/>
          <p:nvPr>
            <p:ph type="title"/>
          </p:nvPr>
        </p:nvSpPr>
        <p:spPr>
          <a:xfrm>
            <a:off x="6211975" y="11"/>
            <a:ext cx="5435100" cy="17055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2"/>
              </a:buClr>
              <a:buSzPct val="100000"/>
              <a:buFont typeface="Play"/>
              <a:buNone/>
            </a:pPr>
            <a:r>
              <a:rPr lang="en-US" sz="3700"/>
              <a:t>KEY TAKEAWAYS + CONCLUSION </a:t>
            </a:r>
            <a:endParaRPr/>
          </a:p>
          <a:p>
            <a:pPr indent="0" lvl="0" marL="0" rtl="0" algn="ctr">
              <a:lnSpc>
                <a:spcPct val="90000"/>
              </a:lnSpc>
              <a:spcBef>
                <a:spcPts val="0"/>
              </a:spcBef>
              <a:spcAft>
                <a:spcPts val="0"/>
              </a:spcAft>
              <a:buClr>
                <a:schemeClr val="dk2"/>
              </a:buClr>
              <a:buSzPct val="100000"/>
              <a:buFont typeface="Play"/>
              <a:buNone/>
            </a:pPr>
            <a:r>
              <a:t/>
            </a:r>
            <a:endParaRPr/>
          </a:p>
        </p:txBody>
      </p:sp>
      <p:sp>
        <p:nvSpPr>
          <p:cNvPr id="219" name="Google Shape;219;p23"/>
          <p:cNvSpPr/>
          <p:nvPr/>
        </p:nvSpPr>
        <p:spPr>
          <a:xfrm rot="10800000">
            <a:off x="2820" y="-5977"/>
            <a:ext cx="4903550" cy="6869951"/>
          </a:xfrm>
          <a:custGeom>
            <a:rect b="b" l="l" r="r" t="t"/>
            <a:pathLst>
              <a:path extrusionOk="0" h="6869951" w="6430885">
                <a:moveTo>
                  <a:pt x="1754909" y="0"/>
                </a:moveTo>
                <a:lnTo>
                  <a:pt x="6430885" y="11953"/>
                </a:lnTo>
                <a:lnTo>
                  <a:pt x="6430885" y="6869951"/>
                </a:lnTo>
                <a:lnTo>
                  <a:pt x="0" y="6869951"/>
                </a:lnTo>
                <a:lnTo>
                  <a:pt x="1754909"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220" name="Google Shape;220;p23"/>
          <p:cNvCxnSpPr/>
          <p:nvPr/>
        </p:nvCxnSpPr>
        <p:spPr>
          <a:xfrm flipH="1" rot="10800000">
            <a:off x="2941093" y="-6000"/>
            <a:ext cx="2550000" cy="6864000"/>
          </a:xfrm>
          <a:prstGeom prst="straightConnector1">
            <a:avLst/>
          </a:prstGeom>
          <a:noFill/>
          <a:ln cap="flat" cmpd="sng" w="12700">
            <a:solidFill>
              <a:schemeClr val="accent2">
                <a:alpha val="70200"/>
              </a:schemeClr>
            </a:solidFill>
            <a:prstDash val="solid"/>
            <a:miter lim="800000"/>
            <a:headEnd len="sm" w="sm" type="none"/>
            <a:tailEnd len="sm" w="sm" type="none"/>
          </a:ln>
        </p:spPr>
      </p:cxnSp>
      <p:pic>
        <p:nvPicPr>
          <p:cNvPr descr="A colorful cloud in the sky&#10;&#10;Description automatically generated" id="221" name="Google Shape;221;p23"/>
          <p:cNvPicPr preferRelativeResize="0"/>
          <p:nvPr/>
        </p:nvPicPr>
        <p:blipFill rotWithShape="1">
          <a:blip r:embed="rId3">
            <a:alphaModFix/>
          </a:blip>
          <a:srcRect b="0" l="207" r="5861" t="0"/>
          <a:stretch/>
        </p:blipFill>
        <p:spPr>
          <a:xfrm>
            <a:off x="533399" y="1541645"/>
            <a:ext cx="5029202" cy="3774711"/>
          </a:xfrm>
          <a:prstGeom prst="rect">
            <a:avLst/>
          </a:prstGeom>
          <a:noFill/>
          <a:ln>
            <a:noFill/>
          </a:ln>
        </p:spPr>
      </p:pic>
      <p:sp>
        <p:nvSpPr>
          <p:cNvPr id="222" name="Google Shape;222;p23"/>
          <p:cNvSpPr txBox="1"/>
          <p:nvPr>
            <p:ph idx="1" type="body"/>
          </p:nvPr>
        </p:nvSpPr>
        <p:spPr>
          <a:xfrm>
            <a:off x="5828575" y="1541650"/>
            <a:ext cx="5688000" cy="4987800"/>
          </a:xfrm>
          <a:prstGeom prst="rect">
            <a:avLst/>
          </a:prstGeom>
          <a:noFill/>
          <a:ln>
            <a:noFill/>
          </a:ln>
        </p:spPr>
        <p:txBody>
          <a:bodyPr anchorCtr="0" anchor="t" bIns="45700" lIns="91425" spcFirstLastPara="1" rIns="91425" wrap="square" tIns="45700">
            <a:normAutofit fontScale="77500" lnSpcReduction="10000"/>
          </a:bodyPr>
          <a:lstStyle/>
          <a:p>
            <a:pPr indent="-106680" lvl="0" marL="228600" rtl="0" algn="l">
              <a:spcBef>
                <a:spcPts val="0"/>
              </a:spcBef>
              <a:spcAft>
                <a:spcPts val="0"/>
              </a:spcAft>
              <a:buNone/>
            </a:pPr>
            <a:r>
              <a:rPr lang="en-US"/>
              <a:t>Back to our goal: </a:t>
            </a:r>
            <a:endParaRPr/>
          </a:p>
          <a:p>
            <a:pPr indent="-106680" lvl="0" marL="228600" rtl="0" algn="l">
              <a:spcBef>
                <a:spcPts val="0"/>
              </a:spcBef>
              <a:spcAft>
                <a:spcPts val="0"/>
              </a:spcAft>
              <a:buNone/>
            </a:pPr>
            <a:r>
              <a:t/>
            </a:r>
            <a:endParaRPr/>
          </a:p>
          <a:p>
            <a:pPr indent="0" lvl="0" marL="121920" rtl="0" algn="ctr">
              <a:spcBef>
                <a:spcPts val="0"/>
              </a:spcBef>
              <a:spcAft>
                <a:spcPts val="0"/>
              </a:spcAft>
              <a:buNone/>
            </a:pPr>
            <a:r>
              <a:rPr b="1" lang="en-US">
                <a:latin typeface="Open Sans"/>
                <a:ea typeface="Open Sans"/>
                <a:cs typeface="Open Sans"/>
                <a:sym typeface="Open Sans"/>
              </a:rPr>
              <a:t>Perform data wrangling in the UCI Arrhytmia dataset to identify the features that could be used to identify arrhythmia. </a:t>
            </a:r>
            <a:endParaRPr b="1">
              <a:latin typeface="Open Sans"/>
              <a:ea typeface="Open Sans"/>
              <a:cs typeface="Open Sans"/>
              <a:sym typeface="Open Sans"/>
            </a:endParaRPr>
          </a:p>
          <a:p>
            <a:pPr indent="0" lvl="0" marL="121920" rtl="0" algn="ctr">
              <a:spcBef>
                <a:spcPts val="0"/>
              </a:spcBef>
              <a:spcAft>
                <a:spcPts val="0"/>
              </a:spcAft>
              <a:buNone/>
            </a:pPr>
            <a:r>
              <a:t/>
            </a:r>
            <a:endParaRPr b="1">
              <a:latin typeface="Open Sans"/>
              <a:ea typeface="Open Sans"/>
              <a:cs typeface="Open Sans"/>
              <a:sym typeface="Open Sans"/>
            </a:endParaRPr>
          </a:p>
          <a:p>
            <a:pPr indent="-106680" lvl="0" marL="228600" rtl="0" algn="l">
              <a:spcBef>
                <a:spcPts val="0"/>
              </a:spcBef>
              <a:spcAft>
                <a:spcPts val="0"/>
              </a:spcAft>
              <a:buNone/>
            </a:pPr>
            <a:r>
              <a:rPr lang="en-US"/>
              <a:t>Steps we performed:</a:t>
            </a:r>
            <a:endParaRPr/>
          </a:p>
          <a:p>
            <a:pPr indent="-323088" lvl="0" marL="457200" rtl="0" algn="l">
              <a:spcBef>
                <a:spcPts val="0"/>
              </a:spcBef>
              <a:spcAft>
                <a:spcPts val="0"/>
              </a:spcAft>
              <a:buSzPct val="80000"/>
              <a:buChar char="-"/>
            </a:pPr>
            <a:r>
              <a:rPr lang="en-US"/>
              <a:t>Data assessment and data cleaning, statistical analysis </a:t>
            </a:r>
            <a:endParaRPr/>
          </a:p>
          <a:p>
            <a:pPr indent="0" lvl="0" marL="0" rtl="0" algn="l">
              <a:spcBef>
                <a:spcPts val="0"/>
              </a:spcBef>
              <a:spcAft>
                <a:spcPts val="0"/>
              </a:spcAft>
              <a:buClr>
                <a:schemeClr val="dk1"/>
              </a:buClr>
              <a:buSzPct val="45833"/>
              <a:buFont typeface="Arial"/>
              <a:buNone/>
            </a:pPr>
            <a:r>
              <a:t/>
            </a:r>
            <a:endParaRPr/>
          </a:p>
          <a:p>
            <a:pPr indent="0" lvl="0" marL="0" rtl="0" algn="l">
              <a:spcBef>
                <a:spcPts val="0"/>
              </a:spcBef>
              <a:spcAft>
                <a:spcPts val="0"/>
              </a:spcAft>
              <a:buClr>
                <a:schemeClr val="dk1"/>
              </a:buClr>
              <a:buSzPct val="45833"/>
              <a:buFont typeface="Arial"/>
              <a:buNone/>
            </a:pPr>
            <a:r>
              <a:rPr lang="en-US"/>
              <a:t> What we achieved:</a:t>
            </a:r>
            <a:endParaRPr/>
          </a:p>
          <a:p>
            <a:pPr indent="-323088" lvl="0" marL="457200" rtl="0" algn="l">
              <a:spcBef>
                <a:spcPts val="0"/>
              </a:spcBef>
              <a:spcAft>
                <a:spcPts val="0"/>
              </a:spcAft>
              <a:buSzPct val="80000"/>
              <a:buChar char="-"/>
            </a:pPr>
            <a:r>
              <a:rPr lang="en-US"/>
              <a:t>Improved the dataset and labeling of classes for dimensionality reduction</a:t>
            </a:r>
            <a:endParaRPr/>
          </a:p>
          <a:p>
            <a:pPr indent="0" lvl="0" marL="457200" rtl="0" algn="l">
              <a:spcBef>
                <a:spcPts val="0"/>
              </a:spcBef>
              <a:spcAft>
                <a:spcPts val="0"/>
              </a:spcAft>
              <a:buClr>
                <a:schemeClr val="dk1"/>
              </a:buClr>
              <a:buSzPct val="45833"/>
              <a:buFont typeface="Arial"/>
              <a:buNone/>
            </a:pPr>
            <a:r>
              <a:t/>
            </a:r>
            <a:endParaRPr/>
          </a:p>
          <a:p>
            <a:pPr indent="-323088" lvl="0" marL="457200" rtl="0" algn="l">
              <a:spcBef>
                <a:spcPts val="0"/>
              </a:spcBef>
              <a:spcAft>
                <a:spcPts val="0"/>
              </a:spcAft>
              <a:buSzPct val="80000"/>
              <a:buChar char="-"/>
            </a:pPr>
            <a:r>
              <a:rPr lang="en-US"/>
              <a:t>Logistic Regression demonstrated successful modeling (distinguish normal rhythm vs arrhythmia) for downstream analysis</a:t>
            </a:r>
            <a:endParaRPr/>
          </a:p>
          <a:p>
            <a:pPr indent="-106680" lvl="0" marL="228600" rtl="0" algn="l">
              <a:spcBef>
                <a:spcPts val="0"/>
              </a:spcBef>
              <a:spcAft>
                <a:spcPts val="0"/>
              </a:spcAft>
              <a:buClr>
                <a:schemeClr val="dk2"/>
              </a:buClr>
              <a:buSzPct val="80000"/>
              <a:buFont typeface="Arial"/>
              <a:buNone/>
            </a:pPr>
            <a:r>
              <a:t/>
            </a:r>
            <a:endParaRPr/>
          </a:p>
        </p:txBody>
      </p:sp>
      <p:sp>
        <p:nvSpPr>
          <p:cNvPr id="223" name="Google Shape;223;p23"/>
          <p:cNvSpPr txBox="1"/>
          <p:nvPr/>
        </p:nvSpPr>
        <p:spPr>
          <a:xfrm>
            <a:off x="2290286" y="5234226"/>
            <a:ext cx="4567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18"/>
                                        </p:tgtEl>
                                        <p:attrNameLst>
                                          <p:attrName>style.visibility</p:attrName>
                                        </p:attrNameLst>
                                      </p:cBhvr>
                                      <p:to>
                                        <p:strVal val="visible"/>
                                      </p:to>
                                    </p:set>
                                    <p:animEffect filter="fade" transition="in">
                                      <p:cBhvr>
                                        <p:cTn dur="4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ngleLinesVTI">
  <a:themeElements>
    <a:clrScheme name="Custom 34">
      <a:dk1>
        <a:srgbClr val="000000"/>
      </a:dk1>
      <a:lt1>
        <a:srgbClr val="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